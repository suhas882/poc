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a7622ec6224d8c" /><Relationship Type="http://schemas.openxmlformats.org/officeDocument/2006/relationships/extended-properties" Target="/docProps/app.xml" Id="Rf13fd5b6436644b7" /><Relationship Type="http://schemas.openxmlformats.org/officeDocument/2006/relationships/officeDocument" Target="/ppt/presentation.xml" Id="Rb014db263b4e48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efbe94fcf4f63"/>
  </p:sldMasterIdLst>
  <p:notesMasterIdLst>
    <p:notesMasterId xmlns:r="http://schemas.openxmlformats.org/officeDocument/2006/relationships" r:id="R1cb9dbd15f9c4388"/>
  </p:notesMasterIdLst>
  <p:sldIdLst>
    <p:sldId xmlns:r="http://schemas.openxmlformats.org/officeDocument/2006/relationships" id="256" r:id="Ra8e1c6cf97c24384"/>
    <p:sldId xmlns:r="http://schemas.openxmlformats.org/officeDocument/2006/relationships" id="257" r:id="R59fb5f9bb6e4444b"/>
    <p:sldId xmlns:r="http://schemas.openxmlformats.org/officeDocument/2006/relationships" id="258" r:id="R8bf9a2fdc9d44736"/>
    <p:sldId xmlns:r="http://schemas.openxmlformats.org/officeDocument/2006/relationships" id="259" r:id="R7a2b6c03368b4e9f"/>
    <p:sldId xmlns:r="http://schemas.openxmlformats.org/officeDocument/2006/relationships" id="260" r:id="R051324433b4a43ed"/>
    <p:sldId xmlns:r="http://schemas.openxmlformats.org/officeDocument/2006/relationships" id="261" r:id="Rab7e59222b444b19"/>
    <p:sldId xmlns:r="http://schemas.openxmlformats.org/officeDocument/2006/relationships" id="262" r:id="R44248024114d499f"/>
    <p:sldId xmlns:r="http://schemas.openxmlformats.org/officeDocument/2006/relationships" id="263" r:id="Rc1bb5f5d63f74b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44a4e3d9664cec" /><Relationship Type="http://schemas.openxmlformats.org/officeDocument/2006/relationships/slideMaster" Target="/ppt/slideMasters/slideMaster1.xml" Id="R11eefbe94fcf4f63" /><Relationship Type="http://schemas.openxmlformats.org/officeDocument/2006/relationships/notesMaster" Target="/ppt/notesMasters/notesMaster1.xml" Id="R1cb9dbd15f9c4388" /><Relationship Type="http://schemas.openxmlformats.org/officeDocument/2006/relationships/presProps" Target="/ppt/presProps.xml" Id="Rce7b8922173e4cdc" /><Relationship Type="http://schemas.openxmlformats.org/officeDocument/2006/relationships/tableStyles" Target="/ppt/tableStyles.xml" Id="Ref984cf3073b4dad" /><Relationship Type="http://schemas.openxmlformats.org/officeDocument/2006/relationships/slide" Target="/ppt/slides/slide1.xml" Id="Ra8e1c6cf97c24384" /><Relationship Type="http://schemas.openxmlformats.org/officeDocument/2006/relationships/slide" Target="/ppt/slides/slide2.xml" Id="R59fb5f9bb6e4444b" /><Relationship Type="http://schemas.openxmlformats.org/officeDocument/2006/relationships/slide" Target="/ppt/slides/slide3.xml" Id="R8bf9a2fdc9d44736" /><Relationship Type="http://schemas.openxmlformats.org/officeDocument/2006/relationships/slide" Target="/ppt/slides/slide4.xml" Id="R7a2b6c03368b4e9f" /><Relationship Type="http://schemas.openxmlformats.org/officeDocument/2006/relationships/slide" Target="/ppt/slides/slide5.xml" Id="R051324433b4a43ed" /><Relationship Type="http://schemas.openxmlformats.org/officeDocument/2006/relationships/slide" Target="/ppt/slides/slide6.xml" Id="Rab7e59222b444b19" /><Relationship Type="http://schemas.openxmlformats.org/officeDocument/2006/relationships/slide" Target="/ppt/slides/slide7.xml" Id="R44248024114d499f" /><Relationship Type="http://schemas.openxmlformats.org/officeDocument/2006/relationships/slide" Target="/ppt/slides/slide8.xml" Id="Rc1bb5f5d63f74b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8aed67b77549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69ead5089048f9" /><Relationship Type="http://schemas.openxmlformats.org/officeDocument/2006/relationships/notesMaster" Target="/ppt/notesMasters/notesMaster1.xml" Id="R974358f89e8941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f83c85e64748be" /><Relationship Type="http://schemas.openxmlformats.org/officeDocument/2006/relationships/notesMaster" Target="/ppt/notesMasters/notesMaster1.xml" Id="Rc9086be2fcb0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42fc23f0d34bf6" /><Relationship Type="http://schemas.openxmlformats.org/officeDocument/2006/relationships/notesMaster" Target="/ppt/notesMasters/notesMaster1.xml" Id="Reb2eb26ccc3442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5fca56cdc4f09" /><Relationship Type="http://schemas.openxmlformats.org/officeDocument/2006/relationships/notesMaster" Target="/ppt/notesMasters/notesMaster1.xml" Id="R085d9bdcceab44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9d444f05cc4250" /><Relationship Type="http://schemas.openxmlformats.org/officeDocument/2006/relationships/notesMaster" Target="/ppt/notesMasters/notesMaster1.xml" Id="R842454e8f546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5099d2ad504386" /><Relationship Type="http://schemas.openxmlformats.org/officeDocument/2006/relationships/notesMaster" Target="/ppt/notesMasters/notesMaster1.xml" Id="Ra89b91a0caf146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b0f53d840a4724" /><Relationship Type="http://schemas.openxmlformats.org/officeDocument/2006/relationships/notesMaster" Target="/ppt/notesMasters/notesMaster1.xml" Id="R0cc95584bc1d48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4101fbcab94fce" /><Relationship Type="http://schemas.openxmlformats.org/officeDocument/2006/relationships/notesMaster" Target="/ppt/notesMasters/notesMaster1.xml" Id="R2c9bcedf78204b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418dd89d634a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8f29ef64d46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3ecb6078e40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5b23b518647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b7216446f40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2af8b98e44c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F09A57-39EF-4AB2-8F82-6EF978A1A7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EB6E56-D248-4789-B4E1-B23B35133F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B25F65-A067-45AF-8136-CEACD8081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F955E8-BED3-4905-8D61-B60C698E8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39FC75-A139-4296-BD25-8B84F0DA6B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4A3523-286E-43EF-9010-BBC5DBAE2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50A2DE-0334-4721-87D5-B3222CE3C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05C011-6AA1-41A3-BD39-B72036009E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977DE0-706A-406A-A745-4C806B72A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B9A8F7-C971-40B2-81E8-8AD0345F80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680662fcdf4fa2" /><Relationship Type="http://schemas.openxmlformats.org/officeDocument/2006/relationships/slideLayout" Target="/ppt/slideLayouts/slideLayout1.xml" Id="R2f972a0fe8a04845" /><Relationship Type="http://schemas.openxmlformats.org/officeDocument/2006/relationships/slideLayout" Target="/ppt/slideLayouts/slideLayout2.xml" Id="Re5b9e061ea374bc0" /><Relationship Type="http://schemas.openxmlformats.org/officeDocument/2006/relationships/slideLayout" Target="/ppt/slideLayouts/slideLayout3.xml" Id="R79e42eb15c3349a0" /><Relationship Type="http://schemas.openxmlformats.org/officeDocument/2006/relationships/slideLayout" Target="/ppt/slideLayouts/slideLayout4.xml" Id="R5192bf68aa0a4c67" /><Relationship Type="http://schemas.openxmlformats.org/officeDocument/2006/relationships/slideLayout" Target="/ppt/slideLayouts/slideLayout5.xml" Id="R5e84cbfac01947da" /><Relationship Type="http://schemas.openxmlformats.org/officeDocument/2006/relationships/slideLayout" Target="/ppt/slideLayouts/slideLayout6.xml" Id="Rea6dbf135ef74d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972a0fe8a04845"/>
    <p:sldLayoutId xmlns:r="http://schemas.openxmlformats.org/officeDocument/2006/relationships" id="2147483650" r:id="Re5b9e061ea374bc0"/>
    <p:sldLayoutId xmlns:r="http://schemas.openxmlformats.org/officeDocument/2006/relationships" id="2147483651" r:id="R79e42eb15c3349a0"/>
    <p:sldLayoutId xmlns:r="http://schemas.openxmlformats.org/officeDocument/2006/relationships" id="2147483652" r:id="R5192bf68aa0a4c67"/>
    <p:sldLayoutId xmlns:r="http://schemas.openxmlformats.org/officeDocument/2006/relationships" id="2147483653" r:id="R5e84cbfac01947da"/>
    <p:sldLayoutId xmlns:r="http://schemas.openxmlformats.org/officeDocument/2006/relationships" id="2147483654" r:id="Rea6dbf135ef74d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f9c165a613454d" /><Relationship Type="http://schemas.openxmlformats.org/officeDocument/2006/relationships/notesSlide" Target="/ppt/notesSlides/notesSlide1.xml" Id="R0390242d8c2f43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11c1a1ee11476d" /><Relationship Type="http://schemas.openxmlformats.org/officeDocument/2006/relationships/notesSlide" Target="/ppt/notesSlides/notesSlide2.xml" Id="R1abbc35f287847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c459a21a0435b" /><Relationship Type="http://schemas.openxmlformats.org/officeDocument/2006/relationships/notesSlide" Target="/ppt/notesSlides/notesSlide3.xml" Id="R6f3fe513d179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0f24417c04b71" /><Relationship Type="http://schemas.openxmlformats.org/officeDocument/2006/relationships/notesSlide" Target="/ppt/notesSlides/notesSlide4.xml" Id="R4b0171755ca0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627b4b87c4165" /><Relationship Type="http://schemas.openxmlformats.org/officeDocument/2006/relationships/notesSlide" Target="/ppt/notesSlides/notesSlide5.xml" Id="Rff52603dbe10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242f3272b4d23" /><Relationship Type="http://schemas.openxmlformats.org/officeDocument/2006/relationships/notesSlide" Target="/ppt/notesSlides/notesSlide6.xml" Id="Rdfcbdde4f22b4c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12b7fd5684b42" /><Relationship Type="http://schemas.openxmlformats.org/officeDocument/2006/relationships/notesSlide" Target="/ppt/notesSlides/notesSlide7.xml" Id="R8a568b7d518245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12faab1b747c3" /><Relationship Type="http://schemas.openxmlformats.org/officeDocument/2006/relationships/notesSlide" Target="/ppt/notesSlides/notesSlide8.xml" Id="Ra760d7b9389b40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BD49F-4005-4A45-A594-1BA80D43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99D8-97DA-407B-9DCB-A81951C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11A63-6073-4920-BCBA-512F5951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2F695-3E61-4FF1-8D16-5945CA6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ROUND 2 · B1 · PRE-ACCESS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85CF1-655F-47F4-8A54-4D7AD832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33034-9F3A-4446-8DA5-11C8E91C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5856A-0014-4C1B-8B75-D5211395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Find likely records earlier.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A782E-C832-4D00-9F95-BD146DAA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325" b="1">
                <a:solidFill>
                  <a:srgbClr val="64E3C3"/>
                </a:solidFill>
              </a:defRPr>
            </a:defPPr>
            <a:lvl1pPr>
              <a:defRPr sz="2325" b="1">
                <a:solidFill>
                  <a:srgbClr val="64E3C3"/>
                </a:solidFill>
              </a:defRPr>
            </a:lvl1pPr>
            <a:lvl2pPr>
              <a:defRPr sz="2325" b="1">
                <a:solidFill>
                  <a:srgbClr val="64E3C3"/>
                </a:solidFill>
              </a:defRPr>
            </a:lvl2pPr>
            <a:lvl3pPr>
              <a:defRPr sz="2325" b="1">
                <a:solidFill>
                  <a:srgbClr val="64E3C3"/>
                </a:solidFill>
              </a:defRPr>
            </a:lvl3pPr>
            <a:lvl4pPr>
              <a:defRPr sz="2325" b="1">
                <a:solidFill>
                  <a:srgbClr val="64E3C3"/>
                </a:solidFill>
              </a:defRPr>
            </a:lvl4pPr>
            <a:lvl5pPr>
              <a:defRPr sz="2325" b="1">
                <a:solidFill>
                  <a:srgbClr val="64E3C3"/>
                </a:solidFill>
              </a:defRPr>
            </a:lvl5pPr>
            <a:lvl6pPr>
              <a:defRPr sz="2325" b="1">
                <a:solidFill>
                  <a:srgbClr val="64E3C3"/>
                </a:solidFill>
              </a:defRPr>
            </a:lvl6pPr>
            <a:lvl7pPr>
              <a:defRPr sz="2325" b="1">
                <a:solidFill>
                  <a:srgbClr val="64E3C3"/>
                </a:solidFill>
              </a:defRPr>
            </a:lvl7pPr>
            <a:lvl8pPr>
              <a:defRPr sz="2325" b="1">
                <a:solidFill>
                  <a:srgbClr val="64E3C3"/>
                </a:solidFill>
              </a:defRPr>
            </a:lvl8pPr>
            <a:lvl9pPr>
              <a:defRPr sz="23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64E3C3"/>
                </a:solidFill>
              </a:defRPr>
            </a:pPr>
            <a:r>
              <a:rPr sz="2325" b="1">
                <a:solidFill>
                  <a:srgbClr val="64E3C3"/>
                </a:solidFill>
              </a:rPr>
              <a:t>Keep decisions with staff.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E2C55-19E1-4A14-8822-2F773A59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A6BAC4"/>
                </a:solidFill>
              </a:defRPr>
            </a:defPPr>
            <a:lvl1pPr>
              <a:defRPr sz="1500" b="0">
                <a:solidFill>
                  <a:srgbClr val="A6BAC4"/>
                </a:solidFill>
              </a:defRPr>
            </a:lvl1pPr>
            <a:lvl2pPr>
              <a:defRPr sz="1500" b="0">
                <a:solidFill>
                  <a:srgbClr val="A6BAC4"/>
                </a:solidFill>
              </a:defRPr>
            </a:lvl2pPr>
            <a:lvl3pPr>
              <a:defRPr sz="1500" b="0">
                <a:solidFill>
                  <a:srgbClr val="A6BAC4"/>
                </a:solidFill>
              </a:defRPr>
            </a:lvl3pPr>
            <a:lvl4pPr>
              <a:defRPr sz="1500" b="0">
                <a:solidFill>
                  <a:srgbClr val="A6BAC4"/>
                </a:solidFill>
              </a:defRPr>
            </a:lvl4pPr>
            <a:lvl5pPr>
              <a:defRPr sz="1500" b="0">
                <a:solidFill>
                  <a:srgbClr val="A6BAC4"/>
                </a:solidFill>
              </a:defRPr>
            </a:lvl5pPr>
            <a:lvl6pPr>
              <a:defRPr sz="1500" b="0">
                <a:solidFill>
                  <a:srgbClr val="A6BAC4"/>
                </a:solidFill>
              </a:defRPr>
            </a:lvl6pPr>
            <a:lvl7pPr>
              <a:defRPr sz="1500" b="0">
                <a:solidFill>
                  <a:srgbClr val="A6BAC4"/>
                </a:solidFill>
              </a:defRPr>
            </a:lvl7pPr>
            <a:lvl8pPr>
              <a:defRPr sz="1500" b="0">
                <a:solidFill>
                  <a:srgbClr val="A6BAC4"/>
                </a:solidFill>
              </a:defRPr>
            </a:lvl8pPr>
            <a:lvl9pPr>
              <a:defRPr sz="15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6BAC4"/>
                </a:solidFill>
              </a:defRPr>
            </a:pPr>
            <a:r>
              <a:rPr sz="1500" b="0">
                <a:solidFill>
                  <a:srgbClr val="A6BAC4"/>
                </a:solidFill>
              </a:rPr>
              <a:t>A staff-only search assistant concept for public-records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D78A4-9247-4D61-B854-84A00639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7147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904FF-3350-4332-9CE6-43CF24E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2420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CC7FF"/>
                </a:solidFill>
              </a:defRPr>
            </a:defPPr>
            <a:lvl1pPr>
              <a:defRPr sz="900" b="1">
                <a:solidFill>
                  <a:srgbClr val="7CC7FF"/>
                </a:solidFill>
              </a:defRPr>
            </a:lvl1pPr>
            <a:lvl2pPr>
              <a:defRPr sz="900" b="1">
                <a:solidFill>
                  <a:srgbClr val="7CC7FF"/>
                </a:solidFill>
              </a:defRPr>
            </a:lvl2pPr>
            <a:lvl3pPr>
              <a:defRPr sz="900" b="1">
                <a:solidFill>
                  <a:srgbClr val="7CC7FF"/>
                </a:solidFill>
              </a:defRPr>
            </a:lvl3pPr>
            <a:lvl4pPr>
              <a:defRPr sz="900" b="1">
                <a:solidFill>
                  <a:srgbClr val="7CC7FF"/>
                </a:solidFill>
              </a:defRPr>
            </a:lvl4pPr>
            <a:lvl5pPr>
              <a:defRPr sz="900" b="1">
                <a:solidFill>
                  <a:srgbClr val="7CC7FF"/>
                </a:solidFill>
              </a:defRPr>
            </a:lvl5pPr>
            <a:lvl6pPr>
              <a:defRPr sz="900" b="1">
                <a:solidFill>
                  <a:srgbClr val="7CC7FF"/>
                </a:solidFill>
              </a:defRPr>
            </a:lvl6pPr>
            <a:lvl7pPr>
              <a:defRPr sz="900" b="1">
                <a:solidFill>
                  <a:srgbClr val="7CC7FF"/>
                </a:solidFill>
              </a:defRPr>
            </a:lvl7pPr>
            <a:lvl8pPr>
              <a:defRPr sz="900" b="1">
                <a:solidFill>
                  <a:srgbClr val="7CC7FF"/>
                </a:solidFill>
              </a:defRPr>
            </a:lvl8pPr>
            <a:lvl9pPr>
              <a:defRPr sz="90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CC7FF"/>
                </a:solidFill>
              </a:defRPr>
            </a:pPr>
            <a:r>
              <a:rPr sz="900" b="1">
                <a:solidFill>
                  <a:srgbClr val="7CC7FF"/>
                </a:solidFill>
              </a:rPr>
              <a:t>DEMO CORPUS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41860-0AC5-4A2A-B0F7-B213BE3B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18 invented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8DD47-9577-45A7-A716-A8E06EDC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9525"/>
            <a:ext cx="3295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18 invented requests</a:t>
            </a:r>
          </a:p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No city systems or live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20716-2DBA-46A8-BFC1-5836307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12159-2955-4706-AD74-F88E0857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Synthetic-only walkthrough. This is a local prototype, not a City of Bellevue service.</a:t>
            </a:r>
          </a:p>
        </p:txBody>
      </p:sp>
    </p:spTree>
    <p:extLst>
      <p:ext uri="{BB962C8B-B14F-4D97-AF65-F5344CB8AC3E}">
        <p14:creationId xmlns:p14="http://schemas.microsoft.com/office/powerpoint/2010/main" val="826412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3E3848-B675-4531-97BE-0CA4A4B6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D8C4-DD40-4869-B0B9-28346D71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22AE6-5720-48EA-BE60-DCC39F6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AD85B-EA1A-49F5-96C9-04ACABB2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THE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EF86B-0BE2-4573-B182-F686CB7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EC2AC-AA66-4006-AD3C-A804CA07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5F917-581C-4961-BB0C-ABB4FA8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One idea, several phrases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D2A60-5A46-4C76-919D-14A1D26B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Keyword search depends on the words used in the document.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CF653-8AD1-4BCD-B0AB-378E41F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3286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58915-C390-44C6-8E85-FB27CD8D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REQUEST 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CAF42-4E7D-4D50-8DE3-C572E43C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Road closure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E38EC-1297-4E3D-B451-35F6F443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What the requester may call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36649-A77C-44D1-AA81-99E01FE6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671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7CC7FF"/>
                </a:solidFill>
              </a:defRPr>
            </a:defPPr>
            <a:lvl1pPr>
              <a:defRPr sz="2550" b="1">
                <a:solidFill>
                  <a:srgbClr val="7CC7FF"/>
                </a:solidFill>
              </a:defRPr>
            </a:lvl1pPr>
            <a:lvl2pPr>
              <a:defRPr sz="2550" b="1">
                <a:solidFill>
                  <a:srgbClr val="7CC7FF"/>
                </a:solidFill>
              </a:defRPr>
            </a:lvl2pPr>
            <a:lvl3pPr>
              <a:defRPr sz="2550" b="1">
                <a:solidFill>
                  <a:srgbClr val="7CC7FF"/>
                </a:solidFill>
              </a:defRPr>
            </a:lvl3pPr>
            <a:lvl4pPr>
              <a:defRPr sz="2550" b="1">
                <a:solidFill>
                  <a:srgbClr val="7CC7FF"/>
                </a:solidFill>
              </a:defRPr>
            </a:lvl4pPr>
            <a:lvl5pPr>
              <a:defRPr sz="2550" b="1">
                <a:solidFill>
                  <a:srgbClr val="7CC7FF"/>
                </a:solidFill>
              </a:defRPr>
            </a:lvl5pPr>
            <a:lvl6pPr>
              <a:defRPr sz="2550" b="1">
                <a:solidFill>
                  <a:srgbClr val="7CC7FF"/>
                </a:solidFill>
              </a:defRPr>
            </a:lvl6pPr>
            <a:lvl7pPr>
              <a:defRPr sz="2550" b="1">
                <a:solidFill>
                  <a:srgbClr val="7CC7FF"/>
                </a:solidFill>
              </a:defRPr>
            </a:lvl7pPr>
            <a:lvl8pPr>
              <a:defRPr sz="2550" b="1">
                <a:solidFill>
                  <a:srgbClr val="7CC7FF"/>
                </a:solidFill>
              </a:defRPr>
            </a:lvl8pPr>
            <a:lvl9pPr>
              <a:defRPr sz="255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C7FF"/>
                </a:solidFill>
              </a:defRPr>
            </a:pPr>
            <a:r>
              <a:rPr sz="2550" b="1">
                <a:solidFill>
                  <a:srgbClr val="7CC7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8058E-12DB-4E3D-860A-62AF17A1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81375"/>
            <a:ext cx="32861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7A738-4D13-46F0-B373-C939734C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52825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CC7FF"/>
                </a:solidFill>
              </a:defRPr>
            </a:defPPr>
            <a:lvl1pPr>
              <a:defRPr sz="900" b="1">
                <a:solidFill>
                  <a:srgbClr val="7CC7FF"/>
                </a:solidFill>
              </a:defRPr>
            </a:lvl1pPr>
            <a:lvl2pPr>
              <a:defRPr sz="900" b="1">
                <a:solidFill>
                  <a:srgbClr val="7CC7FF"/>
                </a:solidFill>
              </a:defRPr>
            </a:lvl2pPr>
            <a:lvl3pPr>
              <a:defRPr sz="900" b="1">
                <a:solidFill>
                  <a:srgbClr val="7CC7FF"/>
                </a:solidFill>
              </a:defRPr>
            </a:lvl3pPr>
            <a:lvl4pPr>
              <a:defRPr sz="900" b="1">
                <a:solidFill>
                  <a:srgbClr val="7CC7FF"/>
                </a:solidFill>
              </a:defRPr>
            </a:lvl4pPr>
            <a:lvl5pPr>
              <a:defRPr sz="900" b="1">
                <a:solidFill>
                  <a:srgbClr val="7CC7FF"/>
                </a:solidFill>
              </a:defRPr>
            </a:lvl5pPr>
            <a:lvl6pPr>
              <a:defRPr sz="900" b="1">
                <a:solidFill>
                  <a:srgbClr val="7CC7FF"/>
                </a:solidFill>
              </a:defRPr>
            </a:lvl6pPr>
            <a:lvl7pPr>
              <a:defRPr sz="900" b="1">
                <a:solidFill>
                  <a:srgbClr val="7CC7FF"/>
                </a:solidFill>
              </a:defRPr>
            </a:lvl7pPr>
            <a:lvl8pPr>
              <a:defRPr sz="900" b="1">
                <a:solidFill>
                  <a:srgbClr val="7CC7FF"/>
                </a:solidFill>
              </a:defRPr>
            </a:lvl8pPr>
            <a:lvl9pPr>
              <a:defRPr sz="90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CC7FF"/>
                </a:solidFill>
              </a:defRPr>
            </a:pPr>
            <a:r>
              <a:rPr sz="900" b="1">
                <a:solidFill>
                  <a:srgbClr val="7CC7FF"/>
                </a:solidFill>
              </a:rPr>
              <a:t>DOCUMENT WORDS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31E37-4F73-457B-92FE-8E1A3F41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57625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Right-of-way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593A4-19E4-454D-9EC4-B0CDA932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48150"/>
            <a:ext cx="2867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How a record may describe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071B8-A40F-480D-9285-7A8ED06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7CC7FF"/>
                </a:solidFill>
              </a:defRPr>
            </a:defPPr>
            <a:lvl1pPr>
              <a:defRPr sz="2550" b="1">
                <a:solidFill>
                  <a:srgbClr val="7CC7FF"/>
                </a:solidFill>
              </a:defRPr>
            </a:lvl1pPr>
            <a:lvl2pPr>
              <a:defRPr sz="2550" b="1">
                <a:solidFill>
                  <a:srgbClr val="7CC7FF"/>
                </a:solidFill>
              </a:defRPr>
            </a:lvl2pPr>
            <a:lvl3pPr>
              <a:defRPr sz="2550" b="1">
                <a:solidFill>
                  <a:srgbClr val="7CC7FF"/>
                </a:solidFill>
              </a:defRPr>
            </a:lvl3pPr>
            <a:lvl4pPr>
              <a:defRPr sz="2550" b="1">
                <a:solidFill>
                  <a:srgbClr val="7CC7FF"/>
                </a:solidFill>
              </a:defRPr>
            </a:lvl4pPr>
            <a:lvl5pPr>
              <a:defRPr sz="2550" b="1">
                <a:solidFill>
                  <a:srgbClr val="7CC7FF"/>
                </a:solidFill>
              </a:defRPr>
            </a:lvl5pPr>
            <a:lvl6pPr>
              <a:defRPr sz="2550" b="1">
                <a:solidFill>
                  <a:srgbClr val="7CC7FF"/>
                </a:solidFill>
              </a:defRPr>
            </a:lvl6pPr>
            <a:lvl7pPr>
              <a:defRPr sz="2550" b="1">
                <a:solidFill>
                  <a:srgbClr val="7CC7FF"/>
                </a:solidFill>
              </a:defRPr>
            </a:lvl7pPr>
            <a:lvl8pPr>
              <a:defRPr sz="2550" b="1">
                <a:solidFill>
                  <a:srgbClr val="7CC7FF"/>
                </a:solidFill>
              </a:defRPr>
            </a:lvl8pPr>
            <a:lvl9pPr>
              <a:defRPr sz="255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CC7FF"/>
                </a:solidFill>
              </a:defRPr>
            </a:pPr>
            <a:r>
              <a:rPr sz="2550" b="1">
                <a:solidFill>
                  <a:srgbClr val="7CC7FF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38896D-0BE1-4041-A3E8-6DB286D5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81375"/>
            <a:ext cx="2933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B1321-09D4-4229-A36E-570978C9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5282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RELATED TERMS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04D9B-8E3B-481E-B5A6-AEF09E60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576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Detour · lane shift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918EC-E105-4069-9027-E062021A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481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A broader term set to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27DE2-5BFD-4ADA-A9F3-06E942C1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3ED45-4271-4754-8FA2-F775C67A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The prototype expands terms with a curated synonym list. It does not use embeddings or an LLM.</a:t>
            </a:r>
          </a:p>
        </p:txBody>
      </p:sp>
    </p:spTree>
    <p:extLst>
      <p:ext uri="{BB962C8B-B14F-4D97-AF65-F5344CB8AC3E}">
        <p14:creationId xmlns:p14="http://schemas.microsoft.com/office/powerpoint/2010/main" val="893209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BE401-D758-4C1E-BBB2-6F0D246D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2EE9E-B19C-420B-9D86-6C9EF1B0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11425-D31D-44B1-9D73-F2924806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BB9E2-2E79-47E7-9958-C218247E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INVENTED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427DA7-97AB-41A9-B5E0-9EA6EB63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3FC93-94DE-4871-8082-CEAC3AB8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457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844A6-88B2-4B57-AD44-10DF6BF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Cedar Avenue utility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FED79-C793-4DFB-8C88-3543877F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A single example to compare two retrieval approaches.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E1676-9FF0-44B6-9604-7BC07E5E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0287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BC847-ECF7-4CE1-B6EC-11293DEA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43300"/>
            <a:ext cx="952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4F8FA"/>
                </a:solidFill>
              </a:defRPr>
            </a:defPPr>
            <a:lvl1pPr>
              <a:defRPr sz="1725" b="0">
                <a:solidFill>
                  <a:srgbClr val="F4F8FA"/>
                </a:solidFill>
              </a:defRPr>
            </a:lvl1pPr>
            <a:lvl2pPr>
              <a:defRPr sz="1725" b="0">
                <a:solidFill>
                  <a:srgbClr val="F4F8FA"/>
                </a:solidFill>
              </a:defRPr>
            </a:lvl2pPr>
            <a:lvl3pPr>
              <a:defRPr sz="1725" b="0">
                <a:solidFill>
                  <a:srgbClr val="F4F8FA"/>
                </a:solidFill>
              </a:defRPr>
            </a:lvl3pPr>
            <a:lvl4pPr>
              <a:defRPr sz="1725" b="0">
                <a:solidFill>
                  <a:srgbClr val="F4F8FA"/>
                </a:solidFill>
              </a:defRPr>
            </a:lvl4pPr>
            <a:lvl5pPr>
              <a:defRPr sz="1725" b="0">
                <a:solidFill>
                  <a:srgbClr val="F4F8FA"/>
                </a:solidFill>
              </a:defRPr>
            </a:lvl5pPr>
            <a:lvl6pPr>
              <a:defRPr sz="1725" b="0">
                <a:solidFill>
                  <a:srgbClr val="F4F8FA"/>
                </a:solidFill>
              </a:defRPr>
            </a:lvl6pPr>
            <a:lvl7pPr>
              <a:defRPr sz="1725" b="0">
                <a:solidFill>
                  <a:srgbClr val="F4F8FA"/>
                </a:solidFill>
              </a:defRPr>
            </a:lvl7pPr>
            <a:lvl8pPr>
              <a:defRPr sz="1725" b="0">
                <a:solidFill>
                  <a:srgbClr val="F4F8FA"/>
                </a:solidFill>
              </a:defRPr>
            </a:lvl8pPr>
            <a:lvl9pPr>
              <a:defRPr sz="1725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4F8FA"/>
                </a:solidFill>
              </a:defRPr>
            </a:pPr>
            <a:r>
              <a:rPr sz="1725" b="0">
                <a:solidFill>
                  <a:srgbClr val="F4F8FA"/>
                </a:solidFill>
              </a:rPr>
              <a:t>“Please send records about the road closure on Cedar Avenue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BF36A-6D5D-44F3-938E-332708E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9525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4F8FA"/>
                </a:solidFill>
              </a:defRPr>
            </a:defPPr>
            <a:lvl1pPr>
              <a:defRPr sz="1725" b="0">
                <a:solidFill>
                  <a:srgbClr val="F4F8FA"/>
                </a:solidFill>
              </a:defRPr>
            </a:lvl1pPr>
            <a:lvl2pPr>
              <a:defRPr sz="1725" b="0">
                <a:solidFill>
                  <a:srgbClr val="F4F8FA"/>
                </a:solidFill>
              </a:defRPr>
            </a:lvl2pPr>
            <a:lvl3pPr>
              <a:defRPr sz="1725" b="0">
                <a:solidFill>
                  <a:srgbClr val="F4F8FA"/>
                </a:solidFill>
              </a:defRPr>
            </a:lvl3pPr>
            <a:lvl4pPr>
              <a:defRPr sz="1725" b="0">
                <a:solidFill>
                  <a:srgbClr val="F4F8FA"/>
                </a:solidFill>
              </a:defRPr>
            </a:lvl4pPr>
            <a:lvl5pPr>
              <a:defRPr sz="1725" b="0">
                <a:solidFill>
                  <a:srgbClr val="F4F8FA"/>
                </a:solidFill>
              </a:defRPr>
            </a:lvl5pPr>
            <a:lvl6pPr>
              <a:defRPr sz="1725" b="0">
                <a:solidFill>
                  <a:srgbClr val="F4F8FA"/>
                </a:solidFill>
              </a:defRPr>
            </a:lvl6pPr>
            <a:lvl7pPr>
              <a:defRPr sz="1725" b="0">
                <a:solidFill>
                  <a:srgbClr val="F4F8FA"/>
                </a:solidFill>
              </a:defRPr>
            </a:lvl7pPr>
            <a:lvl8pPr>
              <a:defRPr sz="1725" b="0">
                <a:solidFill>
                  <a:srgbClr val="F4F8FA"/>
                </a:solidFill>
              </a:defRPr>
            </a:lvl8pPr>
            <a:lvl9pPr>
              <a:defRPr sz="1725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4F8FA"/>
                </a:solidFill>
              </a:defRPr>
            </a:pPr>
            <a:r>
              <a:rPr sz="1725" b="0">
                <a:solidFill>
                  <a:srgbClr val="F4F8FA"/>
                </a:solidFill>
              </a:rPr>
              <a:t>while utility crews did their work.”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B5CC9-93D3-40DB-8AC4-9C48E76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REQUEST SCENARIO · SYNTHETIC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27A36-DFE0-49A4-B220-D86091C2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B833B-0529-4834-90FE-C6AB744A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Every request and record shown in this video is invented for the demo.</a:t>
            </a:r>
          </a:p>
        </p:txBody>
      </p:sp>
    </p:spTree>
    <p:extLst>
      <p:ext uri="{BB962C8B-B14F-4D97-AF65-F5344CB8AC3E}">
        <p14:creationId xmlns:p14="http://schemas.microsoft.com/office/powerpoint/2010/main" val="1424868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2ECF7-2DA6-431B-B6CF-34875444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78E15-E554-4932-B75D-82947158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5B8AB-F20F-47BA-A5FA-0422B46F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6BC19-1231-4787-9ECD-C3D4A864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STAFF-REVIEWED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564C5-984F-4BB7-83AE-B72968D0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263AD-75E5-4F8D-8FAE-A2D1A64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DE086-9EA1-407C-AC66-3E93486C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Edit the plan before searching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060D2-8A42-4852-A081-442F18F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Staff can refine the scope and terms, then confirm the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2AD6A-BE39-4461-8807-8ACF9D7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5048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F8717-55D4-4426-9971-99F1B45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TOPICS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56B8B-95DF-45A7-9828-6D646F9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62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Road closure · Cedar Avenue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11914E-59BE-4C2C-9161-43FDAF7D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4629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Request text remains visible for staff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1A95C-A8A1-441A-8408-30CD3179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5238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FACC9-3A89-43C1-8C9E-849975F9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052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CC7FF"/>
                </a:solidFill>
              </a:defRPr>
            </a:defPPr>
            <a:lvl1pPr>
              <a:defRPr sz="900" b="1">
                <a:solidFill>
                  <a:srgbClr val="7CC7FF"/>
                </a:solidFill>
              </a:defRPr>
            </a:lvl1pPr>
            <a:lvl2pPr>
              <a:defRPr sz="900" b="1">
                <a:solidFill>
                  <a:srgbClr val="7CC7FF"/>
                </a:solidFill>
              </a:defRPr>
            </a:lvl2pPr>
            <a:lvl3pPr>
              <a:defRPr sz="900" b="1">
                <a:solidFill>
                  <a:srgbClr val="7CC7FF"/>
                </a:solidFill>
              </a:defRPr>
            </a:lvl3pPr>
            <a:lvl4pPr>
              <a:defRPr sz="900" b="1">
                <a:solidFill>
                  <a:srgbClr val="7CC7FF"/>
                </a:solidFill>
              </a:defRPr>
            </a:lvl4pPr>
            <a:lvl5pPr>
              <a:defRPr sz="900" b="1">
                <a:solidFill>
                  <a:srgbClr val="7CC7FF"/>
                </a:solidFill>
              </a:defRPr>
            </a:lvl5pPr>
            <a:lvl6pPr>
              <a:defRPr sz="900" b="1">
                <a:solidFill>
                  <a:srgbClr val="7CC7FF"/>
                </a:solidFill>
              </a:defRPr>
            </a:lvl6pPr>
            <a:lvl7pPr>
              <a:defRPr sz="900" b="1">
                <a:solidFill>
                  <a:srgbClr val="7CC7FF"/>
                </a:solidFill>
              </a:defRPr>
            </a:lvl7pPr>
            <a:lvl8pPr>
              <a:defRPr sz="900" b="1">
                <a:solidFill>
                  <a:srgbClr val="7CC7FF"/>
                </a:solidFill>
              </a:defRPr>
            </a:lvl8pPr>
            <a:lvl9pPr>
              <a:defRPr sz="90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CC7FF"/>
                </a:solidFill>
              </a:defRPr>
            </a:pPr>
            <a:r>
              <a:rPr sz="900" b="1">
                <a:solidFill>
                  <a:srgbClr val="7CC7FF"/>
                </a:solidFill>
              </a:rPr>
              <a:t>ALTERNATE TERMS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83309-5508-4D6E-9ECA-77AD506C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10000"/>
            <a:ext cx="4819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Utility work · lane closure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7A38D-9FE3-431D-81FE-9F800E5E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00525"/>
            <a:ext cx="48196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Right-of-way work · detour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C5A2F-7E4D-4049-B227-6C47CC0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351C1-18F0-442B-AA86-23F154E4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The search-plan draft uses local rules. Staff review and confirmation are required in this demo.</a:t>
            </a:r>
          </a:p>
        </p:txBody>
      </p:sp>
    </p:spTree>
    <p:extLst>
      <p:ext uri="{BB962C8B-B14F-4D97-AF65-F5344CB8AC3E}">
        <p14:creationId xmlns:p14="http://schemas.microsoft.com/office/powerpoint/2010/main" val="5200494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122DB-7C16-497F-8C01-F87CC56C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BD61A-E2B3-402E-9558-1A9133D9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68C71-3AC4-4069-8ED5-6E84C0A3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5D165-54FF-4F08-9883-F75390F8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RANKED CANDIDATES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C01C6-A29A-4D57-B664-397B2089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CB2FB-0A63-49DB-BCAB-FA9705FF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762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0F576-1DD9-4142-A322-23BA9E5E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Show evidence with each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C3D65-6330-466B-A900-BB21279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Candidates include a matching passage and a reason for display.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6D0EA-9930-4A54-B6BB-2E95573F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E0709-F0C7-4B86-AD14-D7B5ED7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R-001 · TRANSPORTATION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D3A4E-62BF-43FA-A2EF-3BB78745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Roadway right-of-way work notice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AA428-6511-44DD-8DBE-36CED203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81475"/>
            <a:ext cx="4800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“...utility work along Cedar Avenue. The notice describes a lane closure and detour.”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5A2D3-F642-40F3-816D-A20FF906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2197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8A18A-C650-4884-B1F4-907D430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CC7FF"/>
                </a:solidFill>
              </a:defRPr>
            </a:defPPr>
            <a:lvl1pPr>
              <a:defRPr sz="900" b="1">
                <a:solidFill>
                  <a:srgbClr val="7CC7FF"/>
                </a:solidFill>
              </a:defRPr>
            </a:lvl1pPr>
            <a:lvl2pPr>
              <a:defRPr sz="900" b="1">
                <a:solidFill>
                  <a:srgbClr val="7CC7FF"/>
                </a:solidFill>
              </a:defRPr>
            </a:lvl2pPr>
            <a:lvl3pPr>
              <a:defRPr sz="900" b="1">
                <a:solidFill>
                  <a:srgbClr val="7CC7FF"/>
                </a:solidFill>
              </a:defRPr>
            </a:lvl3pPr>
            <a:lvl4pPr>
              <a:defRPr sz="900" b="1">
                <a:solidFill>
                  <a:srgbClr val="7CC7FF"/>
                </a:solidFill>
              </a:defRPr>
            </a:lvl4pPr>
            <a:lvl5pPr>
              <a:defRPr sz="900" b="1">
                <a:solidFill>
                  <a:srgbClr val="7CC7FF"/>
                </a:solidFill>
              </a:defRPr>
            </a:lvl5pPr>
            <a:lvl6pPr>
              <a:defRPr sz="900" b="1">
                <a:solidFill>
                  <a:srgbClr val="7CC7FF"/>
                </a:solidFill>
              </a:defRPr>
            </a:lvl6pPr>
            <a:lvl7pPr>
              <a:defRPr sz="900" b="1">
                <a:solidFill>
                  <a:srgbClr val="7CC7FF"/>
                </a:solidFill>
              </a:defRPr>
            </a:lvl7pPr>
            <a:lvl8pPr>
              <a:defRPr sz="900" b="1">
                <a:solidFill>
                  <a:srgbClr val="7CC7FF"/>
                </a:solidFill>
              </a:defRPr>
            </a:lvl8pPr>
            <a:lvl9pPr>
              <a:defRPr sz="90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CC7FF"/>
                </a:solidFill>
              </a:defRPr>
            </a:pPr>
            <a:r>
              <a:rPr sz="900" b="1">
                <a:solidFill>
                  <a:srgbClr val="7CC7FF"/>
                </a:solidFill>
              </a:rPr>
              <a:t>R-002 · TRANSPORTATION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02C3A-8745-4D05-8D0F-0DE4E9A3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Cedar Avenue coordination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C4101-FBA6-4DF1-93A1-79D10C1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81475"/>
            <a:ext cx="4800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“Crews planned to close one travel lane overnight and post a signed detour.”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E40C2-7C08-4642-AF99-1852E943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565FB-2BCB-4956-9CE2-EE6D23DF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Search ranks candidates. Staff decide responsiveness, privilege, exemptions, redaction, and release.</a:t>
            </a:r>
          </a:p>
        </p:txBody>
      </p:sp>
    </p:spTree>
    <p:extLst>
      <p:ext uri="{BB962C8B-B14F-4D97-AF65-F5344CB8AC3E}">
        <p14:creationId xmlns:p14="http://schemas.microsoft.com/office/powerpoint/2010/main" val="20667605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356EB-D19F-4BC5-BCE7-A337002A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34C98-0055-472D-9EEB-EA2E8C63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6B1AC-8987-45EE-A73D-97F17084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B542E-7C56-4235-B1E7-4217CB1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SYNTHETIC BENCHMARK · 6 DIFFERENT-WORDING REQUESTS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5944B-D121-4987-81AF-CCC26ABC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4504A-C8DC-4C4E-8CD2-6C1F83CD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914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E947B-D4E8-435A-91BD-53C3C757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Curated synonyms improved this demo 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CB39E-0D14-4C59-B56A-D2A5D78A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Plain keyword compared with synonym-expanded lexical search.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57EBD-4200-41E5-A2BF-6219B8D4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04775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26E94-6ADF-4BD4-8503-B3BA4B8F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6BAC4"/>
                </a:solidFill>
              </a:defRPr>
            </a:defPPr>
            <a:lvl1pPr>
              <a:defRPr sz="975" b="1">
                <a:solidFill>
                  <a:srgbClr val="A6BAC4"/>
                </a:solidFill>
              </a:defRPr>
            </a:lvl1pPr>
            <a:lvl2pPr>
              <a:defRPr sz="975" b="1">
                <a:solidFill>
                  <a:srgbClr val="A6BAC4"/>
                </a:solidFill>
              </a:defRPr>
            </a:lvl2pPr>
            <a:lvl3pPr>
              <a:defRPr sz="975" b="1">
                <a:solidFill>
                  <a:srgbClr val="A6BAC4"/>
                </a:solidFill>
              </a:defRPr>
            </a:lvl3pPr>
            <a:lvl4pPr>
              <a:defRPr sz="975" b="1">
                <a:solidFill>
                  <a:srgbClr val="A6BAC4"/>
                </a:solidFill>
              </a:defRPr>
            </a:lvl4pPr>
            <a:lvl5pPr>
              <a:defRPr sz="975" b="1">
                <a:solidFill>
                  <a:srgbClr val="A6BAC4"/>
                </a:solidFill>
              </a:defRPr>
            </a:lvl5pPr>
            <a:lvl6pPr>
              <a:defRPr sz="975" b="1">
                <a:solidFill>
                  <a:srgbClr val="A6BAC4"/>
                </a:solidFill>
              </a:defRPr>
            </a:lvl6pPr>
            <a:lvl7pPr>
              <a:defRPr sz="975" b="1">
                <a:solidFill>
                  <a:srgbClr val="A6BAC4"/>
                </a:solidFill>
              </a:defRPr>
            </a:lvl7pPr>
            <a:lvl8pPr>
              <a:defRPr sz="975" b="1">
                <a:solidFill>
                  <a:srgbClr val="A6BAC4"/>
                </a:solidFill>
              </a:defRPr>
            </a:lvl8pPr>
            <a:lvl9pPr>
              <a:defRPr sz="9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6BAC4"/>
                </a:solidFill>
              </a:defRPr>
            </a:pPr>
            <a:r>
              <a:rPr sz="975" b="1">
                <a:solidFill>
                  <a:srgbClr val="A6BAC4"/>
                </a:solidFill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26394-7CD7-4060-A27A-80DAD417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6BAC4"/>
                </a:solidFill>
              </a:defRPr>
            </a:defPPr>
            <a:lvl1pPr>
              <a:defRPr sz="975" b="1">
                <a:solidFill>
                  <a:srgbClr val="A6BAC4"/>
                </a:solidFill>
              </a:defRPr>
            </a:lvl1pPr>
            <a:lvl2pPr>
              <a:defRPr sz="975" b="1">
                <a:solidFill>
                  <a:srgbClr val="A6BAC4"/>
                </a:solidFill>
              </a:defRPr>
            </a:lvl2pPr>
            <a:lvl3pPr>
              <a:defRPr sz="975" b="1">
                <a:solidFill>
                  <a:srgbClr val="A6BAC4"/>
                </a:solidFill>
              </a:defRPr>
            </a:lvl3pPr>
            <a:lvl4pPr>
              <a:defRPr sz="975" b="1">
                <a:solidFill>
                  <a:srgbClr val="A6BAC4"/>
                </a:solidFill>
              </a:defRPr>
            </a:lvl4pPr>
            <a:lvl5pPr>
              <a:defRPr sz="975" b="1">
                <a:solidFill>
                  <a:srgbClr val="A6BAC4"/>
                </a:solidFill>
              </a:defRPr>
            </a:lvl5pPr>
            <a:lvl6pPr>
              <a:defRPr sz="975" b="1">
                <a:solidFill>
                  <a:srgbClr val="A6BAC4"/>
                </a:solidFill>
              </a:defRPr>
            </a:lvl6pPr>
            <a:lvl7pPr>
              <a:defRPr sz="975" b="1">
                <a:solidFill>
                  <a:srgbClr val="A6BAC4"/>
                </a:solidFill>
              </a:defRPr>
            </a:lvl7pPr>
            <a:lvl8pPr>
              <a:defRPr sz="975" b="1">
                <a:solidFill>
                  <a:srgbClr val="A6BAC4"/>
                </a:solidFill>
              </a:defRPr>
            </a:lvl8pPr>
            <a:lvl9pPr>
              <a:defRPr sz="9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6BAC4"/>
                </a:solidFill>
              </a:defRPr>
            </a:pPr>
            <a:r>
              <a:rPr sz="975" b="1">
                <a:solidFill>
                  <a:srgbClr val="A6BAC4"/>
                </a:solidFill>
              </a:rPr>
              <a:t>KEYWORD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0B6DC-53EB-4F72-A1D4-E09236F4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A6BAC4"/>
                </a:solidFill>
              </a:defRPr>
            </a:defPPr>
            <a:lvl1pPr>
              <a:defRPr sz="975" b="1">
                <a:solidFill>
                  <a:srgbClr val="A6BAC4"/>
                </a:solidFill>
              </a:defRPr>
            </a:lvl1pPr>
            <a:lvl2pPr>
              <a:defRPr sz="975" b="1">
                <a:solidFill>
                  <a:srgbClr val="A6BAC4"/>
                </a:solidFill>
              </a:defRPr>
            </a:lvl2pPr>
            <a:lvl3pPr>
              <a:defRPr sz="975" b="1">
                <a:solidFill>
                  <a:srgbClr val="A6BAC4"/>
                </a:solidFill>
              </a:defRPr>
            </a:lvl3pPr>
            <a:lvl4pPr>
              <a:defRPr sz="975" b="1">
                <a:solidFill>
                  <a:srgbClr val="A6BAC4"/>
                </a:solidFill>
              </a:defRPr>
            </a:lvl4pPr>
            <a:lvl5pPr>
              <a:defRPr sz="975" b="1">
                <a:solidFill>
                  <a:srgbClr val="A6BAC4"/>
                </a:solidFill>
              </a:defRPr>
            </a:lvl5pPr>
            <a:lvl6pPr>
              <a:defRPr sz="975" b="1">
                <a:solidFill>
                  <a:srgbClr val="A6BAC4"/>
                </a:solidFill>
              </a:defRPr>
            </a:lvl6pPr>
            <a:lvl7pPr>
              <a:defRPr sz="975" b="1">
                <a:solidFill>
                  <a:srgbClr val="A6BAC4"/>
                </a:solidFill>
              </a:defRPr>
            </a:lvl7pPr>
            <a:lvl8pPr>
              <a:defRPr sz="975" b="1">
                <a:solidFill>
                  <a:srgbClr val="A6BAC4"/>
                </a:solidFill>
              </a:defRPr>
            </a:lvl8pPr>
            <a:lvl9pPr>
              <a:defRPr sz="9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A6BAC4"/>
                </a:solidFill>
              </a:defRPr>
            </a:pPr>
            <a:r>
              <a:rPr sz="975" b="1">
                <a:solidFill>
                  <a:srgbClr val="A6BAC4"/>
                </a:solidFill>
              </a:rPr>
              <a:t>SYNONYM + KEYWORD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B7C23-2000-43A4-9FC3-0C295E03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052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  <a:lvl1pPr>
              <a:defRPr sz="1275" b="1">
                <a:solidFill>
                  <a:srgbClr val="F4F8FA"/>
                </a:solidFill>
              </a:defRPr>
            </a:lvl1pPr>
            <a:lvl2pPr>
              <a:defRPr sz="1275" b="1">
                <a:solidFill>
                  <a:srgbClr val="F4F8FA"/>
                </a:solidFill>
              </a:defRPr>
            </a:lvl2pPr>
            <a:lvl3pPr>
              <a:defRPr sz="1275" b="1">
                <a:solidFill>
                  <a:srgbClr val="F4F8FA"/>
                </a:solidFill>
              </a:defRPr>
            </a:lvl3pPr>
            <a:lvl4pPr>
              <a:defRPr sz="1275" b="1">
                <a:solidFill>
                  <a:srgbClr val="F4F8FA"/>
                </a:solidFill>
              </a:defRPr>
            </a:lvl4pPr>
            <a:lvl5pPr>
              <a:defRPr sz="1275" b="1">
                <a:solidFill>
                  <a:srgbClr val="F4F8FA"/>
                </a:solidFill>
              </a:defRPr>
            </a:lvl5pPr>
            <a:lvl6pPr>
              <a:defRPr sz="1275" b="1">
                <a:solidFill>
                  <a:srgbClr val="F4F8FA"/>
                </a:solidFill>
              </a:defRPr>
            </a:lvl6pPr>
            <a:lvl7pPr>
              <a:defRPr sz="1275" b="1">
                <a:solidFill>
                  <a:srgbClr val="F4F8FA"/>
                </a:solidFill>
              </a:defRPr>
            </a:lvl7pPr>
            <a:lvl8pPr>
              <a:defRPr sz="1275" b="1">
                <a:solidFill>
                  <a:srgbClr val="F4F8FA"/>
                </a:solidFill>
              </a:defRPr>
            </a:lvl8pPr>
            <a:lvl9pPr>
              <a:defRPr sz="12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Recall @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2B98E-71D5-4A37-9098-32583BED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0522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6BAC4"/>
                </a:solidFill>
              </a:defRPr>
            </a:defPPr>
            <a:lvl1pPr>
              <a:defRPr sz="1275" b="1">
                <a:solidFill>
                  <a:srgbClr val="A6BAC4"/>
                </a:solidFill>
              </a:defRPr>
            </a:lvl1pPr>
            <a:lvl2pPr>
              <a:defRPr sz="1275" b="1">
                <a:solidFill>
                  <a:srgbClr val="A6BAC4"/>
                </a:solidFill>
              </a:defRPr>
            </a:lvl2pPr>
            <a:lvl3pPr>
              <a:defRPr sz="1275" b="1">
                <a:solidFill>
                  <a:srgbClr val="A6BAC4"/>
                </a:solidFill>
              </a:defRPr>
            </a:lvl3pPr>
            <a:lvl4pPr>
              <a:defRPr sz="1275" b="1">
                <a:solidFill>
                  <a:srgbClr val="A6BAC4"/>
                </a:solidFill>
              </a:defRPr>
            </a:lvl4pPr>
            <a:lvl5pPr>
              <a:defRPr sz="1275" b="1">
                <a:solidFill>
                  <a:srgbClr val="A6BAC4"/>
                </a:solidFill>
              </a:defRPr>
            </a:lvl5pPr>
            <a:lvl6pPr>
              <a:defRPr sz="1275" b="1">
                <a:solidFill>
                  <a:srgbClr val="A6BAC4"/>
                </a:solidFill>
              </a:defRPr>
            </a:lvl6pPr>
            <a:lvl7pPr>
              <a:defRPr sz="1275" b="1">
                <a:solidFill>
                  <a:srgbClr val="A6BAC4"/>
                </a:solidFill>
              </a:defRPr>
            </a:lvl7pPr>
            <a:lvl8pPr>
              <a:defRPr sz="1275" b="1">
                <a:solidFill>
                  <a:srgbClr val="A6BAC4"/>
                </a:solidFill>
              </a:defRPr>
            </a:lvl8pPr>
            <a:lvl9pPr>
              <a:defRPr sz="12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6BAC4"/>
                </a:solidFill>
              </a:defRPr>
            </a:pPr>
            <a:r>
              <a:rPr sz="1275" b="1">
                <a:solidFill>
                  <a:srgbClr val="A6BAC4"/>
                </a:solidFill>
              </a:rPr>
              <a:t>87.1%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CC875-497E-4101-885A-E22031D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E3C3"/>
                </a:solidFill>
              </a:defRPr>
            </a:defPPr>
            <a:lvl1pPr>
              <a:defRPr sz="1275" b="1">
                <a:solidFill>
                  <a:srgbClr val="64E3C3"/>
                </a:solidFill>
              </a:defRPr>
            </a:lvl1pPr>
            <a:lvl2pPr>
              <a:defRPr sz="1275" b="1">
                <a:solidFill>
                  <a:srgbClr val="64E3C3"/>
                </a:solidFill>
              </a:defRPr>
            </a:lvl2pPr>
            <a:lvl3pPr>
              <a:defRPr sz="1275" b="1">
                <a:solidFill>
                  <a:srgbClr val="64E3C3"/>
                </a:solidFill>
              </a:defRPr>
            </a:lvl3pPr>
            <a:lvl4pPr>
              <a:defRPr sz="1275" b="1">
                <a:solidFill>
                  <a:srgbClr val="64E3C3"/>
                </a:solidFill>
              </a:defRPr>
            </a:lvl4pPr>
            <a:lvl5pPr>
              <a:defRPr sz="1275" b="1">
                <a:solidFill>
                  <a:srgbClr val="64E3C3"/>
                </a:solidFill>
              </a:defRPr>
            </a:lvl5pPr>
            <a:lvl6pPr>
              <a:defRPr sz="1275" b="1">
                <a:solidFill>
                  <a:srgbClr val="64E3C3"/>
                </a:solidFill>
              </a:defRPr>
            </a:lvl6pPr>
            <a:lvl7pPr>
              <a:defRPr sz="1275" b="1">
                <a:solidFill>
                  <a:srgbClr val="64E3C3"/>
                </a:solidFill>
              </a:defRPr>
            </a:lvl7pPr>
            <a:lvl8pPr>
              <a:defRPr sz="1275" b="1">
                <a:solidFill>
                  <a:srgbClr val="64E3C3"/>
                </a:solidFill>
              </a:defRPr>
            </a:lvl8pPr>
            <a:lvl9pPr>
              <a:defRPr sz="127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E3C3"/>
                </a:solidFill>
              </a:defRPr>
            </a:pPr>
            <a:r>
              <a:rPr sz="1275" b="1">
                <a:solidFill>
                  <a:srgbClr val="64E3C3"/>
                </a:solidFill>
              </a:rPr>
              <a:t>100%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D07CD-15AC-4B3E-AA74-786A2E74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  <a:lvl1pPr>
              <a:defRPr sz="1275" b="1">
                <a:solidFill>
                  <a:srgbClr val="F4F8FA"/>
                </a:solidFill>
              </a:defRPr>
            </a:lvl1pPr>
            <a:lvl2pPr>
              <a:defRPr sz="1275" b="1">
                <a:solidFill>
                  <a:srgbClr val="F4F8FA"/>
                </a:solidFill>
              </a:defRPr>
            </a:lvl2pPr>
            <a:lvl3pPr>
              <a:defRPr sz="1275" b="1">
                <a:solidFill>
                  <a:srgbClr val="F4F8FA"/>
                </a:solidFill>
              </a:defRPr>
            </a:lvl3pPr>
            <a:lvl4pPr>
              <a:defRPr sz="1275" b="1">
                <a:solidFill>
                  <a:srgbClr val="F4F8FA"/>
                </a:solidFill>
              </a:defRPr>
            </a:lvl4pPr>
            <a:lvl5pPr>
              <a:defRPr sz="1275" b="1">
                <a:solidFill>
                  <a:srgbClr val="F4F8FA"/>
                </a:solidFill>
              </a:defRPr>
            </a:lvl5pPr>
            <a:lvl6pPr>
              <a:defRPr sz="1275" b="1">
                <a:solidFill>
                  <a:srgbClr val="F4F8FA"/>
                </a:solidFill>
              </a:defRPr>
            </a:lvl6pPr>
            <a:lvl7pPr>
              <a:defRPr sz="1275" b="1">
                <a:solidFill>
                  <a:srgbClr val="F4F8FA"/>
                </a:solidFill>
              </a:defRPr>
            </a:lvl7pPr>
            <a:lvl8pPr>
              <a:defRPr sz="1275" b="1">
                <a:solidFill>
                  <a:srgbClr val="F4F8FA"/>
                </a:solidFill>
              </a:defRPr>
            </a:lvl8pPr>
            <a:lvl9pPr>
              <a:defRPr sz="12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Precision @ 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DCF58-8E82-4D8F-8145-D04726D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4812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6BAC4"/>
                </a:solidFill>
              </a:defRPr>
            </a:defPPr>
            <a:lvl1pPr>
              <a:defRPr sz="1275" b="1">
                <a:solidFill>
                  <a:srgbClr val="A6BAC4"/>
                </a:solidFill>
              </a:defRPr>
            </a:lvl1pPr>
            <a:lvl2pPr>
              <a:defRPr sz="1275" b="1">
                <a:solidFill>
                  <a:srgbClr val="A6BAC4"/>
                </a:solidFill>
              </a:defRPr>
            </a:lvl2pPr>
            <a:lvl3pPr>
              <a:defRPr sz="1275" b="1">
                <a:solidFill>
                  <a:srgbClr val="A6BAC4"/>
                </a:solidFill>
              </a:defRPr>
            </a:lvl3pPr>
            <a:lvl4pPr>
              <a:defRPr sz="1275" b="1">
                <a:solidFill>
                  <a:srgbClr val="A6BAC4"/>
                </a:solidFill>
              </a:defRPr>
            </a:lvl4pPr>
            <a:lvl5pPr>
              <a:defRPr sz="1275" b="1">
                <a:solidFill>
                  <a:srgbClr val="A6BAC4"/>
                </a:solidFill>
              </a:defRPr>
            </a:lvl5pPr>
            <a:lvl6pPr>
              <a:defRPr sz="1275" b="1">
                <a:solidFill>
                  <a:srgbClr val="A6BAC4"/>
                </a:solidFill>
              </a:defRPr>
            </a:lvl6pPr>
            <a:lvl7pPr>
              <a:defRPr sz="1275" b="1">
                <a:solidFill>
                  <a:srgbClr val="A6BAC4"/>
                </a:solidFill>
              </a:defRPr>
            </a:lvl7pPr>
            <a:lvl8pPr>
              <a:defRPr sz="1275" b="1">
                <a:solidFill>
                  <a:srgbClr val="A6BAC4"/>
                </a:solidFill>
              </a:defRPr>
            </a:lvl8pPr>
            <a:lvl9pPr>
              <a:defRPr sz="12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6BAC4"/>
                </a:solidFill>
              </a:defRPr>
            </a:pPr>
            <a:r>
              <a:rPr sz="1275" b="1">
                <a:solidFill>
                  <a:srgbClr val="A6BAC4"/>
                </a:solidFill>
              </a:rPr>
              <a:t>23.3%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AFC87-B45E-4D7A-ABA8-5CC0EE6C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E3C3"/>
                </a:solidFill>
              </a:defRPr>
            </a:defPPr>
            <a:lvl1pPr>
              <a:defRPr sz="1275" b="1">
                <a:solidFill>
                  <a:srgbClr val="64E3C3"/>
                </a:solidFill>
              </a:defRPr>
            </a:lvl1pPr>
            <a:lvl2pPr>
              <a:defRPr sz="1275" b="1">
                <a:solidFill>
                  <a:srgbClr val="64E3C3"/>
                </a:solidFill>
              </a:defRPr>
            </a:lvl2pPr>
            <a:lvl3pPr>
              <a:defRPr sz="1275" b="1">
                <a:solidFill>
                  <a:srgbClr val="64E3C3"/>
                </a:solidFill>
              </a:defRPr>
            </a:lvl3pPr>
            <a:lvl4pPr>
              <a:defRPr sz="1275" b="1">
                <a:solidFill>
                  <a:srgbClr val="64E3C3"/>
                </a:solidFill>
              </a:defRPr>
            </a:lvl4pPr>
            <a:lvl5pPr>
              <a:defRPr sz="1275" b="1">
                <a:solidFill>
                  <a:srgbClr val="64E3C3"/>
                </a:solidFill>
              </a:defRPr>
            </a:lvl5pPr>
            <a:lvl6pPr>
              <a:defRPr sz="1275" b="1">
                <a:solidFill>
                  <a:srgbClr val="64E3C3"/>
                </a:solidFill>
              </a:defRPr>
            </a:lvl6pPr>
            <a:lvl7pPr>
              <a:defRPr sz="1275" b="1">
                <a:solidFill>
                  <a:srgbClr val="64E3C3"/>
                </a:solidFill>
              </a:defRPr>
            </a:lvl7pPr>
            <a:lvl8pPr>
              <a:defRPr sz="1275" b="1">
                <a:solidFill>
                  <a:srgbClr val="64E3C3"/>
                </a:solidFill>
              </a:defRPr>
            </a:lvl8pPr>
            <a:lvl9pPr>
              <a:defRPr sz="127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E3C3"/>
                </a:solidFill>
              </a:defRPr>
            </a:pPr>
            <a:r>
              <a:rPr sz="1275" b="1">
                <a:solidFill>
                  <a:srgbClr val="64E3C3"/>
                </a:solidFill>
              </a:rPr>
              <a:t>31.7%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55FDF-68A9-4E7A-A533-798E5AA5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  <a:lvl1pPr>
              <a:defRPr sz="1275" b="1">
                <a:solidFill>
                  <a:srgbClr val="F4F8FA"/>
                </a:solidFill>
              </a:defRPr>
            </a:lvl1pPr>
            <a:lvl2pPr>
              <a:defRPr sz="1275" b="1">
                <a:solidFill>
                  <a:srgbClr val="F4F8FA"/>
                </a:solidFill>
              </a:defRPr>
            </a:lvl2pPr>
            <a:lvl3pPr>
              <a:defRPr sz="1275" b="1">
                <a:solidFill>
                  <a:srgbClr val="F4F8FA"/>
                </a:solidFill>
              </a:defRPr>
            </a:lvl3pPr>
            <a:lvl4pPr>
              <a:defRPr sz="1275" b="1">
                <a:solidFill>
                  <a:srgbClr val="F4F8FA"/>
                </a:solidFill>
              </a:defRPr>
            </a:lvl4pPr>
            <a:lvl5pPr>
              <a:defRPr sz="1275" b="1">
                <a:solidFill>
                  <a:srgbClr val="F4F8FA"/>
                </a:solidFill>
              </a:defRPr>
            </a:lvl5pPr>
            <a:lvl6pPr>
              <a:defRPr sz="1275" b="1">
                <a:solidFill>
                  <a:srgbClr val="F4F8FA"/>
                </a:solidFill>
              </a:defRPr>
            </a:lvl6pPr>
            <a:lvl7pPr>
              <a:defRPr sz="1275" b="1">
                <a:solidFill>
                  <a:srgbClr val="F4F8FA"/>
                </a:solidFill>
              </a:defRPr>
            </a:lvl7pPr>
            <a:lvl8pPr>
              <a:defRPr sz="1275" b="1">
                <a:solidFill>
                  <a:srgbClr val="F4F8FA"/>
                </a:solidFill>
              </a:defRPr>
            </a:lvl8pPr>
            <a:lvl9pPr>
              <a:defRPr sz="12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Recall @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5FBCC-1066-4665-9B9C-C58BB960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9102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6BAC4"/>
                </a:solidFill>
              </a:defRPr>
            </a:defPPr>
            <a:lvl1pPr>
              <a:defRPr sz="1275" b="1">
                <a:solidFill>
                  <a:srgbClr val="A6BAC4"/>
                </a:solidFill>
              </a:defRPr>
            </a:lvl1pPr>
            <a:lvl2pPr>
              <a:defRPr sz="1275" b="1">
                <a:solidFill>
                  <a:srgbClr val="A6BAC4"/>
                </a:solidFill>
              </a:defRPr>
            </a:lvl2pPr>
            <a:lvl3pPr>
              <a:defRPr sz="1275" b="1">
                <a:solidFill>
                  <a:srgbClr val="A6BAC4"/>
                </a:solidFill>
              </a:defRPr>
            </a:lvl3pPr>
            <a:lvl4pPr>
              <a:defRPr sz="1275" b="1">
                <a:solidFill>
                  <a:srgbClr val="A6BAC4"/>
                </a:solidFill>
              </a:defRPr>
            </a:lvl4pPr>
            <a:lvl5pPr>
              <a:defRPr sz="1275" b="1">
                <a:solidFill>
                  <a:srgbClr val="A6BAC4"/>
                </a:solidFill>
              </a:defRPr>
            </a:lvl5pPr>
            <a:lvl6pPr>
              <a:defRPr sz="1275" b="1">
                <a:solidFill>
                  <a:srgbClr val="A6BAC4"/>
                </a:solidFill>
              </a:defRPr>
            </a:lvl6pPr>
            <a:lvl7pPr>
              <a:defRPr sz="1275" b="1">
                <a:solidFill>
                  <a:srgbClr val="A6BAC4"/>
                </a:solidFill>
              </a:defRPr>
            </a:lvl7pPr>
            <a:lvl8pPr>
              <a:defRPr sz="1275" b="1">
                <a:solidFill>
                  <a:srgbClr val="A6BAC4"/>
                </a:solidFill>
              </a:defRPr>
            </a:lvl8pPr>
            <a:lvl9pPr>
              <a:defRPr sz="12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6BAC4"/>
                </a:solidFill>
              </a:defRPr>
            </a:pPr>
            <a:r>
              <a:rPr sz="1275" b="1">
                <a:solidFill>
                  <a:srgbClr val="A6BAC4"/>
                </a:solidFill>
              </a:rPr>
              <a:t>90.5%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843C0-FBF4-4935-B64F-FC85BB0A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910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E3C3"/>
                </a:solidFill>
              </a:defRPr>
            </a:defPPr>
            <a:lvl1pPr>
              <a:defRPr sz="1275" b="1">
                <a:solidFill>
                  <a:srgbClr val="64E3C3"/>
                </a:solidFill>
              </a:defRPr>
            </a:lvl1pPr>
            <a:lvl2pPr>
              <a:defRPr sz="1275" b="1">
                <a:solidFill>
                  <a:srgbClr val="64E3C3"/>
                </a:solidFill>
              </a:defRPr>
            </a:lvl2pPr>
            <a:lvl3pPr>
              <a:defRPr sz="1275" b="1">
                <a:solidFill>
                  <a:srgbClr val="64E3C3"/>
                </a:solidFill>
              </a:defRPr>
            </a:lvl3pPr>
            <a:lvl4pPr>
              <a:defRPr sz="1275" b="1">
                <a:solidFill>
                  <a:srgbClr val="64E3C3"/>
                </a:solidFill>
              </a:defRPr>
            </a:lvl4pPr>
            <a:lvl5pPr>
              <a:defRPr sz="1275" b="1">
                <a:solidFill>
                  <a:srgbClr val="64E3C3"/>
                </a:solidFill>
              </a:defRPr>
            </a:lvl5pPr>
            <a:lvl6pPr>
              <a:defRPr sz="1275" b="1">
                <a:solidFill>
                  <a:srgbClr val="64E3C3"/>
                </a:solidFill>
              </a:defRPr>
            </a:lvl6pPr>
            <a:lvl7pPr>
              <a:defRPr sz="1275" b="1">
                <a:solidFill>
                  <a:srgbClr val="64E3C3"/>
                </a:solidFill>
              </a:defRPr>
            </a:lvl7pPr>
            <a:lvl8pPr>
              <a:defRPr sz="1275" b="1">
                <a:solidFill>
                  <a:srgbClr val="64E3C3"/>
                </a:solidFill>
              </a:defRPr>
            </a:lvl8pPr>
            <a:lvl9pPr>
              <a:defRPr sz="127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E3C3"/>
                </a:solidFill>
              </a:defRPr>
            </a:pPr>
            <a:r>
              <a:rPr sz="1275" b="1">
                <a:solidFill>
                  <a:srgbClr val="64E3C3"/>
                </a:solidFill>
              </a:rP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7167D-A724-4702-9347-7BF9031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339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F4F8FA"/>
                </a:solidFill>
              </a:defRPr>
            </a:defPPr>
            <a:lvl1pPr>
              <a:defRPr sz="1275" b="1">
                <a:solidFill>
                  <a:srgbClr val="F4F8FA"/>
                </a:solidFill>
              </a:defRPr>
            </a:lvl1pPr>
            <a:lvl2pPr>
              <a:defRPr sz="1275" b="1">
                <a:solidFill>
                  <a:srgbClr val="F4F8FA"/>
                </a:solidFill>
              </a:defRPr>
            </a:lvl2pPr>
            <a:lvl3pPr>
              <a:defRPr sz="1275" b="1">
                <a:solidFill>
                  <a:srgbClr val="F4F8FA"/>
                </a:solidFill>
              </a:defRPr>
            </a:lvl3pPr>
            <a:lvl4pPr>
              <a:defRPr sz="1275" b="1">
                <a:solidFill>
                  <a:srgbClr val="F4F8FA"/>
                </a:solidFill>
              </a:defRPr>
            </a:lvl4pPr>
            <a:lvl5pPr>
              <a:defRPr sz="1275" b="1">
                <a:solidFill>
                  <a:srgbClr val="F4F8FA"/>
                </a:solidFill>
              </a:defRPr>
            </a:lvl5pPr>
            <a:lvl6pPr>
              <a:defRPr sz="1275" b="1">
                <a:solidFill>
                  <a:srgbClr val="F4F8FA"/>
                </a:solidFill>
              </a:defRPr>
            </a:lvl6pPr>
            <a:lvl7pPr>
              <a:defRPr sz="1275" b="1">
                <a:solidFill>
                  <a:srgbClr val="F4F8FA"/>
                </a:solidFill>
              </a:defRPr>
            </a:lvl7pPr>
            <a:lvl8pPr>
              <a:defRPr sz="1275" b="1">
                <a:solidFill>
                  <a:srgbClr val="F4F8FA"/>
                </a:solidFill>
              </a:defRPr>
            </a:lvl8pPr>
            <a:lvl9pPr>
              <a:defRPr sz="12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4F8FA"/>
                </a:solidFill>
              </a:defRPr>
            </a:pPr>
            <a:r>
              <a:rPr sz="1275" b="1">
                <a:solidFill>
                  <a:srgbClr val="F4F8FA"/>
                </a:solidFill>
              </a:rPr>
              <a:t>Precision @ 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18A624-CE7C-47FB-8125-89CFB40F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6BAC4"/>
                </a:solidFill>
              </a:defRPr>
            </a:defPPr>
            <a:lvl1pPr>
              <a:defRPr sz="1275" b="1">
                <a:solidFill>
                  <a:srgbClr val="A6BAC4"/>
                </a:solidFill>
              </a:defRPr>
            </a:lvl1pPr>
            <a:lvl2pPr>
              <a:defRPr sz="1275" b="1">
                <a:solidFill>
                  <a:srgbClr val="A6BAC4"/>
                </a:solidFill>
              </a:defRPr>
            </a:lvl2pPr>
            <a:lvl3pPr>
              <a:defRPr sz="1275" b="1">
                <a:solidFill>
                  <a:srgbClr val="A6BAC4"/>
                </a:solidFill>
              </a:defRPr>
            </a:lvl3pPr>
            <a:lvl4pPr>
              <a:defRPr sz="1275" b="1">
                <a:solidFill>
                  <a:srgbClr val="A6BAC4"/>
                </a:solidFill>
              </a:defRPr>
            </a:lvl4pPr>
            <a:lvl5pPr>
              <a:defRPr sz="1275" b="1">
                <a:solidFill>
                  <a:srgbClr val="A6BAC4"/>
                </a:solidFill>
              </a:defRPr>
            </a:lvl5pPr>
            <a:lvl6pPr>
              <a:defRPr sz="1275" b="1">
                <a:solidFill>
                  <a:srgbClr val="A6BAC4"/>
                </a:solidFill>
              </a:defRPr>
            </a:lvl6pPr>
            <a:lvl7pPr>
              <a:defRPr sz="1275" b="1">
                <a:solidFill>
                  <a:srgbClr val="A6BAC4"/>
                </a:solidFill>
              </a:defRPr>
            </a:lvl7pPr>
            <a:lvl8pPr>
              <a:defRPr sz="1275" b="1">
                <a:solidFill>
                  <a:srgbClr val="A6BAC4"/>
                </a:solidFill>
              </a:defRPr>
            </a:lvl8pPr>
            <a:lvl9pPr>
              <a:defRPr sz="1275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6BAC4"/>
                </a:solidFill>
              </a:defRPr>
            </a:pPr>
            <a:r>
              <a:rPr sz="1275" b="1">
                <a:solidFill>
                  <a:srgbClr val="A6BAC4"/>
                </a:solidFill>
              </a:rPr>
              <a:t>13.9%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E1BB9-A88B-47AC-87D3-95F81414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228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64E3C3"/>
                </a:solidFill>
              </a:defRPr>
            </a:defPPr>
            <a:lvl1pPr>
              <a:defRPr sz="1275" b="1">
                <a:solidFill>
                  <a:srgbClr val="64E3C3"/>
                </a:solidFill>
              </a:defRPr>
            </a:lvl1pPr>
            <a:lvl2pPr>
              <a:defRPr sz="1275" b="1">
                <a:solidFill>
                  <a:srgbClr val="64E3C3"/>
                </a:solidFill>
              </a:defRPr>
            </a:lvl2pPr>
            <a:lvl3pPr>
              <a:defRPr sz="1275" b="1">
                <a:solidFill>
                  <a:srgbClr val="64E3C3"/>
                </a:solidFill>
              </a:defRPr>
            </a:lvl3pPr>
            <a:lvl4pPr>
              <a:defRPr sz="1275" b="1">
                <a:solidFill>
                  <a:srgbClr val="64E3C3"/>
                </a:solidFill>
              </a:defRPr>
            </a:lvl4pPr>
            <a:lvl5pPr>
              <a:defRPr sz="1275" b="1">
                <a:solidFill>
                  <a:srgbClr val="64E3C3"/>
                </a:solidFill>
              </a:defRPr>
            </a:lvl5pPr>
            <a:lvl6pPr>
              <a:defRPr sz="1275" b="1">
                <a:solidFill>
                  <a:srgbClr val="64E3C3"/>
                </a:solidFill>
              </a:defRPr>
            </a:lvl6pPr>
            <a:lvl7pPr>
              <a:defRPr sz="1275" b="1">
                <a:solidFill>
                  <a:srgbClr val="64E3C3"/>
                </a:solidFill>
              </a:defRPr>
            </a:lvl7pPr>
            <a:lvl8pPr>
              <a:defRPr sz="1275" b="1">
                <a:solidFill>
                  <a:srgbClr val="64E3C3"/>
                </a:solidFill>
              </a:defRPr>
            </a:lvl8pPr>
            <a:lvl9pPr>
              <a:defRPr sz="127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64E3C3"/>
                </a:solidFill>
              </a:defRPr>
            </a:pPr>
            <a:r>
              <a:rPr sz="1275" b="1">
                <a:solidFill>
                  <a:srgbClr val="64E3C3"/>
                </a:solidFill>
              </a:rPr>
              <a:t>17.6%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7BEB9A-7E48-41D0-A158-13FE5946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C0823-8F77-4BBE-9C1B-4FE0532E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Synthetic demo results only. Top 50 uses the full 18-record corpus. Target outcomes to be validated during discovery.</a:t>
            </a:r>
          </a:p>
        </p:txBody>
      </p:sp>
    </p:spTree>
    <p:extLst>
      <p:ext uri="{BB962C8B-B14F-4D97-AF65-F5344CB8AC3E}">
        <p14:creationId xmlns:p14="http://schemas.microsoft.com/office/powerpoint/2010/main" val="1821239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58AFF-AB95-4A04-A386-3CE1A141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371B8-D470-417E-8085-24B0015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F4EAE-60F0-4349-A12A-E563439B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7006A-DE3F-430A-9788-A30AA1A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STAFF REVIEW AND SEARCH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379F5-EB68-467D-A66E-A6DE0E6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58411-F981-4C24-AC83-2E02795E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066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3B25A-76B5-4875-B7FF-AC08D6E3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Review, annotate, and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E29C1-CB5C-4AC9-9B29-2C7F77BD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Keep a trace of the plan, candidates, and staff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45EF6-C256-497B-8CF4-6897E8B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286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50B93-2BF0-4205-8175-9C13D85A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REVIEW 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D86B3-5B20-47AC-8E20-4370E8D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Relevant · not relevant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C3A20-6672-49B9-AC0E-BAF80E6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2867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Add a note to a candidate.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2DA77-FDAA-4936-B34E-7E9654C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3286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722B8-0694-45DF-ACAA-73C04FE3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0520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7CC7FF"/>
                </a:solidFill>
              </a:defRPr>
            </a:defPPr>
            <a:lvl1pPr>
              <a:defRPr sz="900" b="1">
                <a:solidFill>
                  <a:srgbClr val="7CC7FF"/>
                </a:solidFill>
              </a:defRPr>
            </a:lvl1pPr>
            <a:lvl2pPr>
              <a:defRPr sz="900" b="1">
                <a:solidFill>
                  <a:srgbClr val="7CC7FF"/>
                </a:solidFill>
              </a:defRPr>
            </a:lvl2pPr>
            <a:lvl3pPr>
              <a:defRPr sz="900" b="1">
                <a:solidFill>
                  <a:srgbClr val="7CC7FF"/>
                </a:solidFill>
              </a:defRPr>
            </a:lvl3pPr>
            <a:lvl4pPr>
              <a:defRPr sz="900" b="1">
                <a:solidFill>
                  <a:srgbClr val="7CC7FF"/>
                </a:solidFill>
              </a:defRPr>
            </a:lvl4pPr>
            <a:lvl5pPr>
              <a:defRPr sz="900" b="1">
                <a:solidFill>
                  <a:srgbClr val="7CC7FF"/>
                </a:solidFill>
              </a:defRPr>
            </a:lvl5pPr>
            <a:lvl6pPr>
              <a:defRPr sz="900" b="1">
                <a:solidFill>
                  <a:srgbClr val="7CC7FF"/>
                </a:solidFill>
              </a:defRPr>
            </a:lvl6pPr>
            <a:lvl7pPr>
              <a:defRPr sz="900" b="1">
                <a:solidFill>
                  <a:srgbClr val="7CC7FF"/>
                </a:solidFill>
              </a:defRPr>
            </a:lvl7pPr>
            <a:lvl8pPr>
              <a:defRPr sz="900" b="1">
                <a:solidFill>
                  <a:srgbClr val="7CC7FF"/>
                </a:solidFill>
              </a:defRPr>
            </a:lvl8pPr>
            <a:lvl9pPr>
              <a:defRPr sz="900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CC7FF"/>
                </a:solidFill>
              </a:defRPr>
            </a:pPr>
            <a:r>
              <a:rPr sz="900" b="1">
                <a:solidFill>
                  <a:srgbClr val="7CC7FF"/>
                </a:solidFill>
              </a:rPr>
              <a:t>LABEL WORKSHEET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5F674-CEDD-4473-BF28-39BA7EC5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Two reviewers + adjudication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F792F-4E67-4172-9929-CACFBE10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00525"/>
            <a:ext cx="2867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Workflow is provided; human review is not completed.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A5039-F7D9-4F7F-9724-7AF1C0A1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28612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A88F1-3EAF-44CC-9587-F3A2568D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2867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D27A"/>
                </a:solidFill>
              </a:defRPr>
            </a:defPPr>
            <a:lvl1pPr>
              <a:defRPr sz="900" b="1">
                <a:solidFill>
                  <a:srgbClr val="FFD27A"/>
                </a:solidFill>
              </a:defRPr>
            </a:lvl1pPr>
            <a:lvl2pPr>
              <a:defRPr sz="900" b="1">
                <a:solidFill>
                  <a:srgbClr val="FFD27A"/>
                </a:solidFill>
              </a:defRPr>
            </a:lvl2pPr>
            <a:lvl3pPr>
              <a:defRPr sz="900" b="1">
                <a:solidFill>
                  <a:srgbClr val="FFD27A"/>
                </a:solidFill>
              </a:defRPr>
            </a:lvl3pPr>
            <a:lvl4pPr>
              <a:defRPr sz="900" b="1">
                <a:solidFill>
                  <a:srgbClr val="FFD27A"/>
                </a:solidFill>
              </a:defRPr>
            </a:lvl4pPr>
            <a:lvl5pPr>
              <a:defRPr sz="900" b="1">
                <a:solidFill>
                  <a:srgbClr val="FFD27A"/>
                </a:solidFill>
              </a:defRPr>
            </a:lvl5pPr>
            <a:lvl6pPr>
              <a:defRPr sz="900" b="1">
                <a:solidFill>
                  <a:srgbClr val="FFD27A"/>
                </a:solidFill>
              </a:defRPr>
            </a:lvl6pPr>
            <a:lvl7pPr>
              <a:defRPr sz="900" b="1">
                <a:solidFill>
                  <a:srgbClr val="FFD27A"/>
                </a:solidFill>
              </a:defRPr>
            </a:lvl7pPr>
            <a:lvl8pPr>
              <a:defRPr sz="900" b="1">
                <a:solidFill>
                  <a:srgbClr val="FFD27A"/>
                </a:solidFill>
              </a:defRPr>
            </a:lvl8pPr>
            <a:lvl9pPr>
              <a:defRPr sz="9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D27A"/>
                </a:solidFill>
              </a:defRPr>
            </a:pPr>
            <a:r>
              <a:rPr sz="900" b="1">
                <a:solidFill>
                  <a:srgbClr val="FFD27A"/>
                </a:solidFill>
              </a:rPr>
              <a:t>SEARCH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6DA5E-F461-4DF9-845B-2F7EE088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867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JSON export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750E1-8665-4123-812A-4AE8C76F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00525"/>
            <a:ext cx="28670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Local draft log, not a City audit store.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15870-8DE1-4CBC-ADA0-90D1E86E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93EBB-B337-45EA-9889-FA550A9A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The POC does not disclose, redact, or exempt records and does not decide when a search is complete.</a:t>
            </a:r>
          </a:p>
        </p:txBody>
      </p:sp>
    </p:spTree>
    <p:extLst>
      <p:ext uri="{BB962C8B-B14F-4D97-AF65-F5344CB8AC3E}">
        <p14:creationId xmlns:p14="http://schemas.microsoft.com/office/powerpoint/2010/main" val="12149828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42E52-8F45-4731-B765-0B96EB79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1BAE3-962E-484C-96EF-E9BA4897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4E3C3"/>
                </a:solidFill>
              </a:defRPr>
            </a:defPPr>
            <a:lvl1pPr>
              <a:defRPr sz="1125" b="1">
                <a:solidFill>
                  <a:srgbClr val="64E3C3"/>
                </a:solidFill>
              </a:defRPr>
            </a:lvl1pPr>
            <a:lvl2pPr>
              <a:defRPr sz="1125" b="1">
                <a:solidFill>
                  <a:srgbClr val="64E3C3"/>
                </a:solidFill>
              </a:defRPr>
            </a:lvl2pPr>
            <a:lvl3pPr>
              <a:defRPr sz="1125" b="1">
                <a:solidFill>
                  <a:srgbClr val="64E3C3"/>
                </a:solidFill>
              </a:defRPr>
            </a:lvl3pPr>
            <a:lvl4pPr>
              <a:defRPr sz="1125" b="1">
                <a:solidFill>
                  <a:srgbClr val="64E3C3"/>
                </a:solidFill>
              </a:defRPr>
            </a:lvl4pPr>
            <a:lvl5pPr>
              <a:defRPr sz="1125" b="1">
                <a:solidFill>
                  <a:srgbClr val="64E3C3"/>
                </a:solidFill>
              </a:defRPr>
            </a:lvl5pPr>
            <a:lvl6pPr>
              <a:defRPr sz="1125" b="1">
                <a:solidFill>
                  <a:srgbClr val="64E3C3"/>
                </a:solidFill>
              </a:defRPr>
            </a:lvl6pPr>
            <a:lvl7pPr>
              <a:defRPr sz="1125" b="1">
                <a:solidFill>
                  <a:srgbClr val="64E3C3"/>
                </a:solidFill>
              </a:defRPr>
            </a:lvl7pPr>
            <a:lvl8pPr>
              <a:defRPr sz="1125" b="1">
                <a:solidFill>
                  <a:srgbClr val="64E3C3"/>
                </a:solidFill>
              </a:defRPr>
            </a:lvl8pPr>
            <a:lvl9pPr>
              <a:defRPr sz="1125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4E3C3"/>
                </a:solidFill>
              </a:defRPr>
            </a:pPr>
            <a:r>
              <a:rPr sz="1125" b="1">
                <a:solidFill>
                  <a:srgbClr val="64E3C3"/>
                </a:solidFill>
              </a:rPr>
              <a:t>PUBLIC RECORDS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91D1E-DE1A-41FF-8783-D86F0B0A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A6BAC4"/>
                </a:solidFill>
              </a:defRPr>
            </a:defPPr>
            <a:lvl1pPr>
              <a:defRPr sz="1050" b="1">
                <a:solidFill>
                  <a:srgbClr val="A6BAC4"/>
                </a:solidFill>
              </a:defRPr>
            </a:lvl1pPr>
            <a:lvl2pPr>
              <a:defRPr sz="1050" b="1">
                <a:solidFill>
                  <a:srgbClr val="A6BAC4"/>
                </a:solidFill>
              </a:defRPr>
            </a:lvl2pPr>
            <a:lvl3pPr>
              <a:defRPr sz="1050" b="1">
                <a:solidFill>
                  <a:srgbClr val="A6BAC4"/>
                </a:solidFill>
              </a:defRPr>
            </a:lvl3pPr>
            <a:lvl4pPr>
              <a:defRPr sz="1050" b="1">
                <a:solidFill>
                  <a:srgbClr val="A6BAC4"/>
                </a:solidFill>
              </a:defRPr>
            </a:lvl4pPr>
            <a:lvl5pPr>
              <a:defRPr sz="1050" b="1">
                <a:solidFill>
                  <a:srgbClr val="A6BAC4"/>
                </a:solidFill>
              </a:defRPr>
            </a:lvl5pPr>
            <a:lvl6pPr>
              <a:defRPr sz="1050" b="1">
                <a:solidFill>
                  <a:srgbClr val="A6BAC4"/>
                </a:solidFill>
              </a:defRPr>
            </a:lvl6pPr>
            <a:lvl7pPr>
              <a:defRPr sz="1050" b="1">
                <a:solidFill>
                  <a:srgbClr val="A6BAC4"/>
                </a:solidFill>
              </a:defRPr>
            </a:lvl7pPr>
            <a:lvl8pPr>
              <a:defRPr sz="1050" b="1">
                <a:solidFill>
                  <a:srgbClr val="A6BAC4"/>
                </a:solidFill>
              </a:defRPr>
            </a:lvl8pPr>
            <a:lvl9pPr>
              <a:defRPr sz="1050" b="1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6BAC4"/>
                </a:solidFill>
              </a:defRPr>
            </a:pPr>
            <a:r>
              <a:rPr sz="1050" b="1">
                <a:solidFill>
                  <a:srgbClr val="A6BAC4"/>
                </a:solidFill>
              </a:rPr>
              <a:t>BELLEVUE POC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F45401-DFEE-47C4-A6A7-77E6E7CB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CC7FF"/>
                </a:solidFill>
              </a:defRPr>
            </a:defPPr>
            <a:lvl1pPr>
              <a:defRPr sz="1125" b="1">
                <a:solidFill>
                  <a:srgbClr val="7CC7FF"/>
                </a:solidFill>
              </a:defRPr>
            </a:lvl1pPr>
            <a:lvl2pPr>
              <a:defRPr sz="1125" b="1">
                <a:solidFill>
                  <a:srgbClr val="7CC7FF"/>
                </a:solidFill>
              </a:defRPr>
            </a:lvl2pPr>
            <a:lvl3pPr>
              <a:defRPr sz="1125" b="1">
                <a:solidFill>
                  <a:srgbClr val="7CC7FF"/>
                </a:solidFill>
              </a:defRPr>
            </a:lvl3pPr>
            <a:lvl4pPr>
              <a:defRPr sz="1125" b="1">
                <a:solidFill>
                  <a:srgbClr val="7CC7FF"/>
                </a:solidFill>
              </a:defRPr>
            </a:lvl4pPr>
            <a:lvl5pPr>
              <a:defRPr sz="1125" b="1">
                <a:solidFill>
                  <a:srgbClr val="7CC7FF"/>
                </a:solidFill>
              </a:defRPr>
            </a:lvl5pPr>
            <a:lvl6pPr>
              <a:defRPr sz="1125" b="1">
                <a:solidFill>
                  <a:srgbClr val="7CC7FF"/>
                </a:solidFill>
              </a:defRPr>
            </a:lvl6pPr>
            <a:lvl7pPr>
              <a:defRPr sz="1125" b="1">
                <a:solidFill>
                  <a:srgbClr val="7CC7FF"/>
                </a:solidFill>
              </a:defRPr>
            </a:lvl7pPr>
            <a:lvl8pPr>
              <a:defRPr sz="1125" b="1">
                <a:solidFill>
                  <a:srgbClr val="7CC7FF"/>
                </a:solidFill>
              </a:defRPr>
            </a:lvl8pPr>
            <a:lvl9pPr>
              <a:defRPr sz="1125" b="1">
                <a:solidFill>
                  <a:srgbClr val="7CC7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CC7FF"/>
                </a:solidFill>
              </a:defRPr>
            </a:pPr>
            <a:r>
              <a:rPr sz="1125" b="1">
                <a:solidFill>
                  <a:srgbClr val="7CC7FF"/>
                </a:solidFill>
              </a:rPr>
              <a:t>PROTOTYPE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A7A4E-5172-490C-821B-9FA259A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F90DC-172C-402F-833F-30714099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53C7F-9ECA-46AF-8E10-8DF162A7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4F8FA"/>
                </a:solidFill>
              </a:defRPr>
            </a:defPPr>
            <a:lvl1pPr>
              <a:defRPr sz="3600" b="1">
                <a:solidFill>
                  <a:srgbClr val="F4F8FA"/>
                </a:solidFill>
              </a:defRPr>
            </a:lvl1pPr>
            <a:lvl2pPr>
              <a:defRPr sz="3600" b="1">
                <a:solidFill>
                  <a:srgbClr val="F4F8FA"/>
                </a:solidFill>
              </a:defRPr>
            </a:lvl2pPr>
            <a:lvl3pPr>
              <a:defRPr sz="3600" b="1">
                <a:solidFill>
                  <a:srgbClr val="F4F8FA"/>
                </a:solidFill>
              </a:defRPr>
            </a:lvl3pPr>
            <a:lvl4pPr>
              <a:defRPr sz="3600" b="1">
                <a:solidFill>
                  <a:srgbClr val="F4F8FA"/>
                </a:solidFill>
              </a:defRPr>
            </a:lvl4pPr>
            <a:lvl5pPr>
              <a:defRPr sz="3600" b="1">
                <a:solidFill>
                  <a:srgbClr val="F4F8FA"/>
                </a:solidFill>
              </a:defRPr>
            </a:lvl5pPr>
            <a:lvl6pPr>
              <a:defRPr sz="3600" b="1">
                <a:solidFill>
                  <a:srgbClr val="F4F8FA"/>
                </a:solidFill>
              </a:defRPr>
            </a:lvl6pPr>
            <a:lvl7pPr>
              <a:defRPr sz="3600" b="1">
                <a:solidFill>
                  <a:srgbClr val="F4F8FA"/>
                </a:solidFill>
              </a:defRPr>
            </a:lvl7pPr>
            <a:lvl8pPr>
              <a:defRPr sz="3600" b="1">
                <a:solidFill>
                  <a:srgbClr val="F4F8FA"/>
                </a:solidFill>
              </a:defRPr>
            </a:lvl8pPr>
            <a:lvl9pPr>
              <a:defRPr sz="3600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4F8FA"/>
                </a:solidFill>
              </a:defRPr>
            </a:pPr>
            <a:r>
              <a:rPr sz="3600" b="1">
                <a:solidFill>
                  <a:srgbClr val="F4F8FA"/>
                </a:solidFill>
              </a:rPr>
              <a:t>Staff decide. The tool finds.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DB681-9FB0-43F2-B85A-89CED3E1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6BAC4"/>
                </a:solidFill>
              </a:defRPr>
            </a:defPPr>
            <a:lvl1pPr>
              <a:defRPr sz="1725" b="0">
                <a:solidFill>
                  <a:srgbClr val="A6BAC4"/>
                </a:solidFill>
              </a:defRPr>
            </a:lvl1pPr>
            <a:lvl2pPr>
              <a:defRPr sz="1725" b="0">
                <a:solidFill>
                  <a:srgbClr val="A6BAC4"/>
                </a:solidFill>
              </a:defRPr>
            </a:lvl2pPr>
            <a:lvl3pPr>
              <a:defRPr sz="1725" b="0">
                <a:solidFill>
                  <a:srgbClr val="A6BAC4"/>
                </a:solidFill>
              </a:defRPr>
            </a:lvl3pPr>
            <a:lvl4pPr>
              <a:defRPr sz="1725" b="0">
                <a:solidFill>
                  <a:srgbClr val="A6BAC4"/>
                </a:solidFill>
              </a:defRPr>
            </a:lvl4pPr>
            <a:lvl5pPr>
              <a:defRPr sz="1725" b="0">
                <a:solidFill>
                  <a:srgbClr val="A6BAC4"/>
                </a:solidFill>
              </a:defRPr>
            </a:lvl5pPr>
            <a:lvl6pPr>
              <a:defRPr sz="1725" b="0">
                <a:solidFill>
                  <a:srgbClr val="A6BAC4"/>
                </a:solidFill>
              </a:defRPr>
            </a:lvl6pPr>
            <a:lvl7pPr>
              <a:defRPr sz="1725" b="0">
                <a:solidFill>
                  <a:srgbClr val="A6BAC4"/>
                </a:solidFill>
              </a:defRPr>
            </a:lvl7pPr>
            <a:lvl8pPr>
              <a:defRPr sz="1725" b="0">
                <a:solidFill>
                  <a:srgbClr val="A6BAC4"/>
                </a:solidFill>
              </a:defRPr>
            </a:lvl8pPr>
            <a:lvl9pPr>
              <a:defRPr sz="1725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6BAC4"/>
                </a:solidFill>
              </a:defRPr>
            </a:pPr>
            <a:r>
              <a:rPr sz="1725" b="0">
                <a:solidFill>
                  <a:srgbClr val="A6BAC4"/>
                </a:solidFill>
              </a:rPr>
              <a:t>The demo covers a synthetic workflow, not production access.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07188-9B21-4027-BF34-4C9A9F8B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953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27BBC-65EE-49EA-BB03-0360A42E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64E3C3"/>
                </a:solidFill>
              </a:defRPr>
            </a:defPPr>
            <a:lvl1pPr>
              <a:defRPr sz="900" b="1">
                <a:solidFill>
                  <a:srgbClr val="64E3C3"/>
                </a:solidFill>
              </a:defRPr>
            </a:lvl1pPr>
            <a:lvl2pPr>
              <a:defRPr sz="900" b="1">
                <a:solidFill>
                  <a:srgbClr val="64E3C3"/>
                </a:solidFill>
              </a:defRPr>
            </a:lvl2pPr>
            <a:lvl3pPr>
              <a:defRPr sz="900" b="1">
                <a:solidFill>
                  <a:srgbClr val="64E3C3"/>
                </a:solidFill>
              </a:defRPr>
            </a:lvl3pPr>
            <a:lvl4pPr>
              <a:defRPr sz="900" b="1">
                <a:solidFill>
                  <a:srgbClr val="64E3C3"/>
                </a:solidFill>
              </a:defRPr>
            </a:lvl4pPr>
            <a:lvl5pPr>
              <a:defRPr sz="900" b="1">
                <a:solidFill>
                  <a:srgbClr val="64E3C3"/>
                </a:solidFill>
              </a:defRPr>
            </a:lvl5pPr>
            <a:lvl6pPr>
              <a:defRPr sz="900" b="1">
                <a:solidFill>
                  <a:srgbClr val="64E3C3"/>
                </a:solidFill>
              </a:defRPr>
            </a:lvl6pPr>
            <a:lvl7pPr>
              <a:defRPr sz="900" b="1">
                <a:solidFill>
                  <a:srgbClr val="64E3C3"/>
                </a:solidFill>
              </a:defRPr>
            </a:lvl7pPr>
            <a:lvl8pPr>
              <a:defRPr sz="900" b="1">
                <a:solidFill>
                  <a:srgbClr val="64E3C3"/>
                </a:solidFill>
              </a:defRPr>
            </a:lvl8pPr>
            <a:lvl9pPr>
              <a:defRPr sz="900" b="1">
                <a:solidFill>
                  <a:srgbClr val="64E3C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4E3C3"/>
                </a:solidFill>
              </a:defRPr>
            </a:pPr>
            <a:r>
              <a:rPr sz="900" b="1">
                <a:solidFill>
                  <a:srgbClr val="64E3C3"/>
                </a:solidFill>
              </a:rPr>
              <a:t>INCLUDED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34A14-60F2-4714-8D9A-F1CBBE41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Synthetic request-to-review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A83BA-9C74-4541-8D17-76CB8A1E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81475"/>
            <a:ext cx="453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Search plan · candidate ranking · review · export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B1B66-6B72-47C7-A579-EA39A54E6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49530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10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F7595-DFB6-46E1-80FD-0A16F8D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FFD27A"/>
                </a:solidFill>
              </a:defRPr>
            </a:defPPr>
            <a:lvl1pPr>
              <a:defRPr sz="900" b="1">
                <a:solidFill>
                  <a:srgbClr val="FFD27A"/>
                </a:solidFill>
              </a:defRPr>
            </a:lvl1pPr>
            <a:lvl2pPr>
              <a:defRPr sz="900" b="1">
                <a:solidFill>
                  <a:srgbClr val="FFD27A"/>
                </a:solidFill>
              </a:defRPr>
            </a:lvl2pPr>
            <a:lvl3pPr>
              <a:defRPr sz="900" b="1">
                <a:solidFill>
                  <a:srgbClr val="FFD27A"/>
                </a:solidFill>
              </a:defRPr>
            </a:lvl3pPr>
            <a:lvl4pPr>
              <a:defRPr sz="900" b="1">
                <a:solidFill>
                  <a:srgbClr val="FFD27A"/>
                </a:solidFill>
              </a:defRPr>
            </a:lvl4pPr>
            <a:lvl5pPr>
              <a:defRPr sz="900" b="1">
                <a:solidFill>
                  <a:srgbClr val="FFD27A"/>
                </a:solidFill>
              </a:defRPr>
            </a:lvl5pPr>
            <a:lvl6pPr>
              <a:defRPr sz="900" b="1">
                <a:solidFill>
                  <a:srgbClr val="FFD27A"/>
                </a:solidFill>
              </a:defRPr>
            </a:lvl6pPr>
            <a:lvl7pPr>
              <a:defRPr sz="900" b="1">
                <a:solidFill>
                  <a:srgbClr val="FFD27A"/>
                </a:solidFill>
              </a:defRPr>
            </a:lvl7pPr>
            <a:lvl8pPr>
              <a:defRPr sz="900" b="1">
                <a:solidFill>
                  <a:srgbClr val="FFD27A"/>
                </a:solidFill>
              </a:defRPr>
            </a:lvl8pPr>
            <a:lvl9pPr>
              <a:defRPr sz="900" b="1">
                <a:solidFill>
                  <a:srgbClr val="FFD27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D27A"/>
                </a:solidFill>
              </a:defRPr>
            </a:pPr>
            <a:r>
              <a:rPr sz="900" b="1">
                <a:solidFill>
                  <a:srgbClr val="FFD27A"/>
                </a:solidFill>
              </a:rPr>
              <a:t>NOT CONNECTED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BCD82-0DB7-49E7-BE7D-1CC6EACA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F4F8FA"/>
                </a:solidFill>
              </a:defRPr>
            </a:defPPr>
            <a:lvl1pPr>
              <a:defRPr sz="1575" b="1">
                <a:solidFill>
                  <a:srgbClr val="F4F8FA"/>
                </a:solidFill>
              </a:defRPr>
            </a:lvl1pPr>
            <a:lvl2pPr>
              <a:defRPr sz="1575" b="1">
                <a:solidFill>
                  <a:srgbClr val="F4F8FA"/>
                </a:solidFill>
              </a:defRPr>
            </a:lvl2pPr>
            <a:lvl3pPr>
              <a:defRPr sz="1575" b="1">
                <a:solidFill>
                  <a:srgbClr val="F4F8FA"/>
                </a:solidFill>
              </a:defRPr>
            </a:lvl3pPr>
            <a:lvl4pPr>
              <a:defRPr sz="1575" b="1">
                <a:solidFill>
                  <a:srgbClr val="F4F8FA"/>
                </a:solidFill>
              </a:defRPr>
            </a:lvl4pPr>
            <a:lvl5pPr>
              <a:defRPr sz="1575" b="1">
                <a:solidFill>
                  <a:srgbClr val="F4F8FA"/>
                </a:solidFill>
              </a:defRPr>
            </a:lvl5pPr>
            <a:lvl6pPr>
              <a:defRPr sz="1575" b="1">
                <a:solidFill>
                  <a:srgbClr val="F4F8FA"/>
                </a:solidFill>
              </a:defRPr>
            </a:lvl6pPr>
            <a:lvl7pPr>
              <a:defRPr sz="1575" b="1">
                <a:solidFill>
                  <a:srgbClr val="F4F8FA"/>
                </a:solidFill>
              </a:defRPr>
            </a:lvl7pPr>
            <a:lvl8pPr>
              <a:defRPr sz="1575" b="1">
                <a:solidFill>
                  <a:srgbClr val="F4F8FA"/>
                </a:solidFill>
              </a:defRPr>
            </a:lvl8pPr>
            <a:lvl9pPr>
              <a:defRPr sz="1575" b="1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4F8FA"/>
                </a:solidFill>
              </a:defRPr>
            </a:pPr>
            <a:r>
              <a:rPr sz="1575" b="1">
                <a:solidFill>
                  <a:srgbClr val="F4F8FA"/>
                </a:solidFill>
              </a:rPr>
              <a:t>City data or AI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B8B6E-D5B8-48E0-90B3-25F816B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81475"/>
            <a:ext cx="45339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A6BAC4"/>
                </a:solidFill>
              </a:defRPr>
            </a:defPPr>
            <a:lvl1pPr>
              <a:defRPr sz="1200" b="0">
                <a:solidFill>
                  <a:srgbClr val="A6BAC4"/>
                </a:solidFill>
              </a:defRPr>
            </a:lvl1pPr>
            <a:lvl2pPr>
              <a:defRPr sz="1200" b="0">
                <a:solidFill>
                  <a:srgbClr val="A6BAC4"/>
                </a:solidFill>
              </a:defRPr>
            </a:lvl2pPr>
            <a:lvl3pPr>
              <a:defRPr sz="1200" b="0">
                <a:solidFill>
                  <a:srgbClr val="A6BAC4"/>
                </a:solidFill>
              </a:defRPr>
            </a:lvl3pPr>
            <a:lvl4pPr>
              <a:defRPr sz="1200" b="0">
                <a:solidFill>
                  <a:srgbClr val="A6BAC4"/>
                </a:solidFill>
              </a:defRPr>
            </a:lvl4pPr>
            <a:lvl5pPr>
              <a:defRPr sz="1200" b="0">
                <a:solidFill>
                  <a:srgbClr val="A6BAC4"/>
                </a:solidFill>
              </a:defRPr>
            </a:lvl5pPr>
            <a:lvl6pPr>
              <a:defRPr sz="1200" b="0">
                <a:solidFill>
                  <a:srgbClr val="A6BAC4"/>
                </a:solidFill>
              </a:defRPr>
            </a:lvl6pPr>
            <a:lvl7pPr>
              <a:defRPr sz="1200" b="0">
                <a:solidFill>
                  <a:srgbClr val="A6BAC4"/>
                </a:solidFill>
              </a:defRPr>
            </a:lvl7pPr>
            <a:lvl8pPr>
              <a:defRPr sz="1200" b="0">
                <a:solidFill>
                  <a:srgbClr val="A6BAC4"/>
                </a:solidFill>
              </a:defRPr>
            </a:lvl8pPr>
            <a:lvl9pPr>
              <a:defRPr sz="1200" b="0">
                <a:solidFill>
                  <a:srgbClr val="A6BAC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6BAC4"/>
                </a:solidFill>
              </a:defRPr>
            </a:pPr>
            <a:r>
              <a:rPr sz="1200" b="0">
                <a:solidFill>
                  <a:srgbClr val="A6BAC4"/>
                </a:solidFill>
              </a:rPr>
              <a:t>Human label adjudication and SureAccess review remain required.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4ADD5-2A0C-414A-AD3B-2B9ACBA1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67375"/>
            <a:ext cx="10934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2A36"/>
          </a:solidFill>
          <a:ln xmlns:a="http://schemas.openxmlformats.org/drawingml/2006/main" w="14288">
            <a:solidFill>
              <a:srgbClr val="28526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356D11-6468-432E-810B-045CAFF3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429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F4F8FA"/>
                </a:solidFill>
              </a:defRPr>
            </a:defPPr>
            <a:lvl1pPr>
              <a:defRPr sz="1200" b="0">
                <a:solidFill>
                  <a:srgbClr val="F4F8FA"/>
                </a:solidFill>
              </a:defRPr>
            </a:lvl1pPr>
            <a:lvl2pPr>
              <a:defRPr sz="1200" b="0">
                <a:solidFill>
                  <a:srgbClr val="F4F8FA"/>
                </a:solidFill>
              </a:defRPr>
            </a:lvl2pPr>
            <a:lvl3pPr>
              <a:defRPr sz="1200" b="0">
                <a:solidFill>
                  <a:srgbClr val="F4F8FA"/>
                </a:solidFill>
              </a:defRPr>
            </a:lvl3pPr>
            <a:lvl4pPr>
              <a:defRPr sz="1200" b="0">
                <a:solidFill>
                  <a:srgbClr val="F4F8FA"/>
                </a:solidFill>
              </a:defRPr>
            </a:lvl4pPr>
            <a:lvl5pPr>
              <a:defRPr sz="1200" b="0">
                <a:solidFill>
                  <a:srgbClr val="F4F8FA"/>
                </a:solidFill>
              </a:defRPr>
            </a:lvl5pPr>
            <a:lvl6pPr>
              <a:defRPr sz="1200" b="0">
                <a:solidFill>
                  <a:srgbClr val="F4F8FA"/>
                </a:solidFill>
              </a:defRPr>
            </a:lvl6pPr>
            <a:lvl7pPr>
              <a:defRPr sz="1200" b="0">
                <a:solidFill>
                  <a:srgbClr val="F4F8FA"/>
                </a:solidFill>
              </a:defRPr>
            </a:lvl7pPr>
            <a:lvl8pPr>
              <a:defRPr sz="1200" b="0">
                <a:solidFill>
                  <a:srgbClr val="F4F8FA"/>
                </a:solidFill>
              </a:defRPr>
            </a:lvl8pPr>
            <a:lvl9pPr>
              <a:defRPr sz="1200" b="0">
                <a:solidFill>
                  <a:srgbClr val="F4F8FA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4F8FA"/>
                </a:solidFill>
              </a:defRPr>
            </a:pPr>
            <a:r>
              <a:rPr sz="1200" b="0">
                <a:solidFill>
                  <a:srgbClr val="F4F8FA"/>
                </a:solidFill>
              </a:rPr>
              <a:t>Future access depends on Bellevue approval, approved hosting, and agreed data-sharing gates.</a:t>
            </a:r>
          </a:p>
        </p:txBody>
      </p:sp>
    </p:spTree>
    <p:extLst>
      <p:ext uri="{BB962C8B-B14F-4D97-AF65-F5344CB8AC3E}">
        <p14:creationId xmlns:p14="http://schemas.microsoft.com/office/powerpoint/2010/main" val="1557850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2026-10-26T20:08:50.6320000Z</dcterms:created>
  <dcterms:modified xsi:type="dcterms:W3CDTF">2026-10-26T20:08:50.6320000Z</dcterms:modified>
</coreProperties>
</file>